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391" r:id="rId3"/>
    <p:sldId id="387" r:id="rId4"/>
    <p:sldId id="399" r:id="rId5"/>
    <p:sldId id="400" r:id="rId6"/>
    <p:sldId id="402" r:id="rId7"/>
    <p:sldId id="401" r:id="rId8"/>
    <p:sldId id="403" r:id="rId9"/>
    <p:sldId id="404" r:id="rId10"/>
    <p:sldId id="405" r:id="rId11"/>
    <p:sldId id="408" r:id="rId12"/>
    <p:sldId id="406" r:id="rId13"/>
    <p:sldId id="40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gzRR7+2CI9s5OSZtfk0dAkjcIw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AB84"/>
    <a:srgbClr val="E39F84"/>
    <a:srgbClr val="E0E3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16FD44-AA25-059D-0964-A26BFD4A37F1}" v="2343" dt="2026-07-02T02:07:56.457"/>
    <p1510:client id="{139883CE-4DFF-3C5E-456A-2D4C79DB0CFD}" v="346" dt="2026-07-03T16:22:29.162"/>
    <p1510:client id="{41A59D16-25AB-75E0-496D-A717532FFF7A}" v="372" dt="2026-07-03T16:05:29.495"/>
    <p1510:client id="{9CE51FA1-9EFF-CE31-0C9C-FF6A59759864}" v="2003" dt="2026-07-04T00:44:24.618"/>
  </p1510:revLst>
</p1510:revInfo>
</file>

<file path=ppt/tableStyles.xml><?xml version="1.0" encoding="utf-8"?>
<a:tblStyleLst xmlns:a="http://schemas.openxmlformats.org/drawingml/2006/main" def="{197647FD-0D6F-481F-B61F-CDA2E27D22BF}">
  <a:tblStyle styleId="{197647FD-0D6F-481F-B61F-CDA2E27D22BF}" styleName="Table_0">
    <a:wholeTbl>
      <a:tcTxStyle b="off" i="off">
        <a:font>
          <a:latin typeface="Cambria"/>
          <a:ea typeface="Cambria"/>
          <a:cs typeface="Cambri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AE7"/>
          </a:solidFill>
        </a:fill>
      </a:tcStyle>
    </a:wholeTbl>
    <a:band1H>
      <a:tcTxStyle/>
      <a:tcStyle>
        <a:tcBdr/>
        <a:fill>
          <a:solidFill>
            <a:srgbClr val="CBD3CB"/>
          </a:solidFill>
        </a:fill>
      </a:tcStyle>
    </a:band1H>
    <a:band2H>
      <a:tcTxStyle/>
      <a:tcStyle>
        <a:tcBdr/>
      </a:tcStyle>
    </a:band2H>
    <a:band1V>
      <a:tcTxStyle/>
      <a:tcStyle>
        <a:tcBdr/>
        <a:fill>
          <a:solidFill>
            <a:srgbClr val="CBD3CB"/>
          </a:solidFill>
        </a:fill>
      </a:tcStyle>
    </a:band1V>
    <a:band2V>
      <a:tcTxStyle/>
      <a:tcStyle>
        <a:tcBdr/>
      </a:tcStyle>
    </a:band2V>
    <a:lastCol>
      <a:tcTxStyle b="on" i="off">
        <a:font>
          <a:latin typeface="Cambria"/>
          <a:ea typeface="Cambria"/>
          <a:cs typeface="Cambria"/>
        </a:font>
        <a:schemeClr val="lt1"/>
      </a:tcTxStyle>
      <a:tcStyle>
        <a:tcBdr/>
        <a:fill>
          <a:solidFill>
            <a:schemeClr val="accent1"/>
          </a:solidFill>
        </a:fill>
      </a:tcStyle>
    </a:lastCol>
    <a:firstCol>
      <a:tcTxStyle b="on" i="off">
        <a:font>
          <a:latin typeface="Cambria"/>
          <a:ea typeface="Cambria"/>
          <a:cs typeface="Cambria"/>
        </a:font>
        <a:schemeClr val="lt1"/>
      </a:tcTxStyle>
      <a:tcStyle>
        <a:tcBdr/>
        <a:fill>
          <a:solidFill>
            <a:schemeClr val="accent1"/>
          </a:solidFill>
        </a:fill>
      </a:tcStyle>
    </a:firstCol>
    <a:lastRow>
      <a:tcTxStyle b="on" i="off">
        <a:font>
          <a:latin typeface="Cambria"/>
          <a:ea typeface="Cambria"/>
          <a:cs typeface="Cambri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mbria"/>
          <a:ea typeface="Cambria"/>
          <a:cs typeface="Cambri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iminul Islam" userId="S::mohaiminul.islam@northsouth.edu::b8c578dd-123e-4080-8513-c25e2f552200" providerId="AD" clId="Web-{0E16FD44-AA25-059D-0964-A26BFD4A37F1}"/>
    <pc:docChg chg="addSld delSld modSld sldOrd">
      <pc:chgData name="Mohaiminul Islam" userId="S::mohaiminul.islam@northsouth.edu::b8c578dd-123e-4080-8513-c25e2f552200" providerId="AD" clId="Web-{0E16FD44-AA25-059D-0964-A26BFD4A37F1}" dt="2026-07-02T02:07:56.457" v="2363" actId="20577"/>
      <pc:docMkLst>
        <pc:docMk/>
      </pc:docMkLst>
      <pc:sldChg chg="modSp">
        <pc:chgData name="Mohaiminul Islam" userId="S::mohaiminul.islam@northsouth.edu::b8c578dd-123e-4080-8513-c25e2f552200" providerId="AD" clId="Web-{0E16FD44-AA25-059D-0964-A26BFD4A37F1}" dt="2026-07-01T18:08:52.545" v="1" actId="20577"/>
        <pc:sldMkLst>
          <pc:docMk/>
          <pc:sldMk cId="0" sldId="256"/>
        </pc:sldMkLst>
        <pc:spChg chg="mod">
          <ac:chgData name="Mohaiminul Islam" userId="S::mohaiminul.islam@northsouth.edu::b8c578dd-123e-4080-8513-c25e2f552200" providerId="AD" clId="Web-{0E16FD44-AA25-059D-0964-A26BFD4A37F1}" dt="2026-07-01T18:08:52.545" v="1" actId="20577"/>
          <ac:spMkLst>
            <pc:docMk/>
            <pc:sldMk cId="0" sldId="256"/>
            <ac:spMk id="98" creationId="{00000000-0000-0000-0000-000000000000}"/>
          </ac:spMkLst>
        </pc:spChg>
      </pc:sldChg>
      <pc:sldChg chg="modSp">
        <pc:chgData name="Mohaiminul Islam" userId="S::mohaiminul.islam@northsouth.edu::b8c578dd-123e-4080-8513-c25e2f552200" providerId="AD" clId="Web-{0E16FD44-AA25-059D-0964-A26BFD4A37F1}" dt="2026-07-01T23:15:51.916" v="607" actId="20577"/>
        <pc:sldMkLst>
          <pc:docMk/>
          <pc:sldMk cId="0" sldId="258"/>
        </pc:sldMkLst>
        <pc:spChg chg="mod">
          <ac:chgData name="Mohaiminul Islam" userId="S::mohaiminul.islam@northsouth.edu::b8c578dd-123e-4080-8513-c25e2f552200" providerId="AD" clId="Web-{0E16FD44-AA25-059D-0964-A26BFD4A37F1}" dt="2026-07-01T18:18:08.753" v="48" actId="14100"/>
          <ac:spMkLst>
            <pc:docMk/>
            <pc:sldMk cId="0" sldId="258"/>
            <ac:spMk id="110" creationId="{00000000-0000-0000-0000-000000000000}"/>
          </ac:spMkLst>
        </pc:spChg>
        <pc:spChg chg="mod">
          <ac:chgData name="Mohaiminul Islam" userId="S::mohaiminul.islam@northsouth.edu::b8c578dd-123e-4080-8513-c25e2f552200" providerId="AD" clId="Web-{0E16FD44-AA25-059D-0964-A26BFD4A37F1}" dt="2026-07-01T23:15:51.916" v="607" actId="20577"/>
          <ac:spMkLst>
            <pc:docMk/>
            <pc:sldMk cId="0" sldId="258"/>
            <ac:spMk id="111" creationId="{00000000-0000-0000-0000-000000000000}"/>
          </ac:spMkLst>
        </pc:spChg>
      </pc:sldChg>
      <pc:sldChg chg="modSp add replId">
        <pc:chgData name="Mohaiminul Islam" userId="S::mohaiminul.islam@northsouth.edu::b8c578dd-123e-4080-8513-c25e2f552200" providerId="AD" clId="Web-{0E16FD44-AA25-059D-0964-A26BFD4A37F1}" dt="2026-07-01T23:20:09.988" v="723" actId="20577"/>
        <pc:sldMkLst>
          <pc:docMk/>
          <pc:sldMk cId="1117057801" sldId="341"/>
        </pc:sldMkLst>
        <pc:spChg chg="mod">
          <ac:chgData name="Mohaiminul Islam" userId="S::mohaiminul.islam@northsouth.edu::b8c578dd-123e-4080-8513-c25e2f552200" providerId="AD" clId="Web-{0E16FD44-AA25-059D-0964-A26BFD4A37F1}" dt="2026-07-01T23:15:39.463" v="603" actId="20577"/>
          <ac:spMkLst>
            <pc:docMk/>
            <pc:sldMk cId="1117057801" sldId="341"/>
            <ac:spMk id="110" creationId="{9F36FB96-9DBE-8BF7-F33C-F87D9AF98567}"/>
          </ac:spMkLst>
        </pc:spChg>
        <pc:spChg chg="mod">
          <ac:chgData name="Mohaiminul Islam" userId="S::mohaiminul.islam@northsouth.edu::b8c578dd-123e-4080-8513-c25e2f552200" providerId="AD" clId="Web-{0E16FD44-AA25-059D-0964-A26BFD4A37F1}" dt="2026-07-01T23:20:09.988" v="723" actId="20577"/>
          <ac:spMkLst>
            <pc:docMk/>
            <pc:sldMk cId="1117057801" sldId="341"/>
            <ac:spMk id="111" creationId="{1AC2A792-F439-12FB-E79D-875D8123AE64}"/>
          </ac:spMkLst>
        </pc:spChg>
      </pc:sldChg>
    </pc:docChg>
  </pc:docChgLst>
  <pc:docChgLst>
    <pc:chgData name="Mohaiminul Islam" userId="S::mohaiminul.islam@northsouth.edu::b8c578dd-123e-4080-8513-c25e2f552200" providerId="AD" clId="Web-{139883CE-4DFF-3C5E-456A-2D4C79DB0CFD}"/>
    <pc:docChg chg="addSld delSld modSld sldOrd">
      <pc:chgData name="Mohaiminul Islam" userId="S::mohaiminul.islam@northsouth.edu::b8c578dd-123e-4080-8513-c25e2f552200" providerId="AD" clId="Web-{139883CE-4DFF-3C5E-456A-2D4C79DB0CFD}" dt="2026-07-03T16:22:29.162" v="343" actId="20577"/>
      <pc:docMkLst>
        <pc:docMk/>
      </pc:docMkLst>
      <pc:sldChg chg="modSp">
        <pc:chgData name="Mohaiminul Islam" userId="S::mohaiminul.islam@northsouth.edu::b8c578dd-123e-4080-8513-c25e2f552200" providerId="AD" clId="Web-{139883CE-4DFF-3C5E-456A-2D4C79DB0CFD}" dt="2026-07-03T16:22:29.162" v="343" actId="20577"/>
        <pc:sldMkLst>
          <pc:docMk/>
          <pc:sldMk cId="3503372154" sldId="353"/>
        </pc:sldMkLst>
        <pc:spChg chg="mod">
          <ac:chgData name="Mohaiminul Islam" userId="S::mohaiminul.islam@northsouth.edu::b8c578dd-123e-4080-8513-c25e2f552200" providerId="AD" clId="Web-{139883CE-4DFF-3C5E-456A-2D4C79DB0CFD}" dt="2026-07-03T16:22:29.162" v="343" actId="20577"/>
          <ac:spMkLst>
            <pc:docMk/>
            <pc:sldMk cId="3503372154" sldId="353"/>
            <ac:spMk id="2" creationId="{72D5BAB2-36E8-199F-8365-9F620DB28153}"/>
          </ac:spMkLst>
        </pc:spChg>
      </pc:sldChg>
      <pc:sldChg chg="addSp delSp modSp">
        <pc:chgData name="Mohaiminul Islam" userId="S::mohaiminul.islam@northsouth.edu::b8c578dd-123e-4080-8513-c25e2f552200" providerId="AD" clId="Web-{139883CE-4DFF-3C5E-456A-2D4C79DB0CFD}" dt="2026-07-03T16:07:03.142" v="9" actId="1076"/>
        <pc:sldMkLst>
          <pc:docMk/>
          <pc:sldMk cId="114667221" sldId="354"/>
        </pc:sldMkLst>
        <pc:spChg chg="add del mod">
          <ac:chgData name="Mohaiminul Islam" userId="S::mohaiminul.islam@northsouth.edu::b8c578dd-123e-4080-8513-c25e2f552200" providerId="AD" clId="Web-{139883CE-4DFF-3C5E-456A-2D4C79DB0CFD}" dt="2026-07-03T16:06:39.923" v="6"/>
          <ac:spMkLst>
            <pc:docMk/>
            <pc:sldMk cId="114667221" sldId="354"/>
            <ac:spMk id="14" creationId="{238693E5-D3D1-73E0-8E81-29535E0BA038}"/>
          </ac:spMkLst>
        </pc:spChg>
        <pc:spChg chg="add">
          <ac:chgData name="Mohaiminul Islam" userId="S::mohaiminul.islam@northsouth.edu::b8c578dd-123e-4080-8513-c25e2f552200" providerId="AD" clId="Web-{139883CE-4DFF-3C5E-456A-2D4C79DB0CFD}" dt="2026-07-03T16:06:56.876" v="8"/>
          <ac:spMkLst>
            <pc:docMk/>
            <pc:sldMk cId="114667221" sldId="354"/>
            <ac:spMk id="16" creationId="{1D1C5B52-04AD-1FAF-FB59-AF02313F0466}"/>
          </ac:spMkLst>
        </pc:spChg>
        <pc:spChg chg="add">
          <ac:chgData name="Mohaiminul Islam" userId="S::mohaiminul.islam@northsouth.edu::b8c578dd-123e-4080-8513-c25e2f552200" providerId="AD" clId="Web-{139883CE-4DFF-3C5E-456A-2D4C79DB0CFD}" dt="2026-07-03T16:06:56.876" v="8"/>
          <ac:spMkLst>
            <pc:docMk/>
            <pc:sldMk cId="114667221" sldId="354"/>
            <ac:spMk id="18" creationId="{870791E1-D62E-1AEB-4F22-F2D6ED79EF2C}"/>
          </ac:spMkLst>
        </pc:spChg>
        <pc:spChg chg="add">
          <ac:chgData name="Mohaiminul Islam" userId="S::mohaiminul.islam@northsouth.edu::b8c578dd-123e-4080-8513-c25e2f552200" providerId="AD" clId="Web-{139883CE-4DFF-3C5E-456A-2D4C79DB0CFD}" dt="2026-07-03T16:06:56.876" v="8"/>
          <ac:spMkLst>
            <pc:docMk/>
            <pc:sldMk cId="114667221" sldId="354"/>
            <ac:spMk id="19" creationId="{C587A025-8547-7A7A-9A69-491404E5EBBA}"/>
          </ac:spMkLst>
        </pc:spChg>
        <pc:spChg chg="add">
          <ac:chgData name="Mohaiminul Islam" userId="S::mohaiminul.islam@northsouth.edu::b8c578dd-123e-4080-8513-c25e2f552200" providerId="AD" clId="Web-{139883CE-4DFF-3C5E-456A-2D4C79DB0CFD}" dt="2026-07-03T16:06:56.876" v="8"/>
          <ac:spMkLst>
            <pc:docMk/>
            <pc:sldMk cId="114667221" sldId="354"/>
            <ac:spMk id="20" creationId="{E3E94FC4-5906-60DD-3C99-F08A331F038C}"/>
          </ac:spMkLst>
        </pc:spChg>
        <pc:spChg chg="add">
          <ac:chgData name="Mohaiminul Islam" userId="S::mohaiminul.islam@northsouth.edu::b8c578dd-123e-4080-8513-c25e2f552200" providerId="AD" clId="Web-{139883CE-4DFF-3C5E-456A-2D4C79DB0CFD}" dt="2026-07-03T16:06:56.876" v="8"/>
          <ac:spMkLst>
            <pc:docMk/>
            <pc:sldMk cId="114667221" sldId="354"/>
            <ac:spMk id="21" creationId="{11EF1565-3948-41A6-EAE0-1B0B39CBAA26}"/>
          </ac:spMkLst>
        </pc:spChg>
        <pc:spChg chg="del">
          <ac:chgData name="Mohaiminul Islam" userId="S::mohaiminul.islam@northsouth.edu::b8c578dd-123e-4080-8513-c25e2f552200" providerId="AD" clId="Web-{139883CE-4DFF-3C5E-456A-2D4C79DB0CFD}" dt="2026-07-03T16:06:14.140" v="3"/>
          <ac:spMkLst>
            <pc:docMk/>
            <pc:sldMk cId="114667221" sldId="354"/>
            <ac:spMk id="111" creationId="{4E447F72-A921-84D6-0064-59DD29436B2C}"/>
          </ac:spMkLst>
        </pc:spChg>
        <pc:grpChg chg="del mod">
          <ac:chgData name="Mohaiminul Islam" userId="S::mohaiminul.islam@northsouth.edu::b8c578dd-123e-4080-8513-c25e2f552200" providerId="AD" clId="Web-{139883CE-4DFF-3C5E-456A-2D4C79DB0CFD}" dt="2026-07-03T16:06:43.673" v="7"/>
          <ac:grpSpMkLst>
            <pc:docMk/>
            <pc:sldMk cId="114667221" sldId="354"/>
            <ac:grpSpMk id="2" creationId="{F227320C-A144-0710-0757-F097DE67083E}"/>
          </ac:grpSpMkLst>
        </pc:grpChg>
        <pc:grpChg chg="add mod">
          <ac:chgData name="Mohaiminul Islam" userId="S::mohaiminul.islam@northsouth.edu::b8c578dd-123e-4080-8513-c25e2f552200" providerId="AD" clId="Web-{139883CE-4DFF-3C5E-456A-2D4C79DB0CFD}" dt="2026-07-03T16:07:03.142" v="9" actId="1076"/>
          <ac:grpSpMkLst>
            <pc:docMk/>
            <pc:sldMk cId="114667221" sldId="354"/>
            <ac:grpSpMk id="15" creationId="{3F19458D-D2FE-2B01-971D-34633AE3D520}"/>
          </ac:grpSpMkLst>
        </pc:grpChg>
        <pc:cxnChg chg="mod">
          <ac:chgData name="Mohaiminul Islam" userId="S::mohaiminul.islam@northsouth.edu::b8c578dd-123e-4080-8513-c25e2f552200" providerId="AD" clId="Web-{139883CE-4DFF-3C5E-456A-2D4C79DB0CFD}" dt="2026-07-03T16:06:43.673" v="7"/>
          <ac:cxnSpMkLst>
            <pc:docMk/>
            <pc:sldMk cId="114667221" sldId="354"/>
            <ac:cxnSpMk id="10" creationId="{35F9FD7D-CD02-3BD3-4A48-2927F22A9F38}"/>
          </ac:cxnSpMkLst>
        </pc:cxnChg>
        <pc:cxnChg chg="mod">
          <ac:chgData name="Mohaiminul Islam" userId="S::mohaiminul.islam@northsouth.edu::b8c578dd-123e-4080-8513-c25e2f552200" providerId="AD" clId="Web-{139883CE-4DFF-3C5E-456A-2D4C79DB0CFD}" dt="2026-07-03T16:06:34.235" v="5" actId="14100"/>
          <ac:cxnSpMkLst>
            <pc:docMk/>
            <pc:sldMk cId="114667221" sldId="354"/>
            <ac:cxnSpMk id="11" creationId="{97A42294-49F4-5799-C0B3-13E2581DB6C4}"/>
          </ac:cxnSpMkLst>
        </pc:cxnChg>
        <pc:cxnChg chg="add">
          <ac:chgData name="Mohaiminul Islam" userId="S::mohaiminul.islam@northsouth.edu::b8c578dd-123e-4080-8513-c25e2f552200" providerId="AD" clId="Web-{139883CE-4DFF-3C5E-456A-2D4C79DB0CFD}" dt="2026-07-03T16:06:56.876" v="8"/>
          <ac:cxnSpMkLst>
            <pc:docMk/>
            <pc:sldMk cId="114667221" sldId="354"/>
            <ac:cxnSpMk id="17" creationId="{5BA0AE82-AEC5-6AC9-7C53-C0728BCA0625}"/>
          </ac:cxnSpMkLst>
        </pc:cxnChg>
        <pc:cxnChg chg="add">
          <ac:chgData name="Mohaiminul Islam" userId="S::mohaiminul.islam@northsouth.edu::b8c578dd-123e-4080-8513-c25e2f552200" providerId="AD" clId="Web-{139883CE-4DFF-3C5E-456A-2D4C79DB0CFD}" dt="2026-07-03T16:06:56.876" v="8"/>
          <ac:cxnSpMkLst>
            <pc:docMk/>
            <pc:sldMk cId="114667221" sldId="354"/>
            <ac:cxnSpMk id="22" creationId="{91EBB95B-A524-A6FF-0BED-2CAA8D1A49E7}"/>
          </ac:cxnSpMkLst>
        </pc:cxnChg>
        <pc:cxnChg chg="add">
          <ac:chgData name="Mohaiminul Islam" userId="S::mohaiminul.islam@northsouth.edu::b8c578dd-123e-4080-8513-c25e2f552200" providerId="AD" clId="Web-{139883CE-4DFF-3C5E-456A-2D4C79DB0CFD}" dt="2026-07-03T16:06:56.876" v="8"/>
          <ac:cxnSpMkLst>
            <pc:docMk/>
            <pc:sldMk cId="114667221" sldId="354"/>
            <ac:cxnSpMk id="23" creationId="{FC803A5D-E66D-C68F-E384-575E5D178A2B}"/>
          </ac:cxnSpMkLst>
        </pc:cxnChg>
        <pc:cxnChg chg="add">
          <ac:chgData name="Mohaiminul Islam" userId="S::mohaiminul.islam@northsouth.edu::b8c578dd-123e-4080-8513-c25e2f552200" providerId="AD" clId="Web-{139883CE-4DFF-3C5E-456A-2D4C79DB0CFD}" dt="2026-07-03T16:06:56.876" v="8"/>
          <ac:cxnSpMkLst>
            <pc:docMk/>
            <pc:sldMk cId="114667221" sldId="354"/>
            <ac:cxnSpMk id="24" creationId="{C13021C7-D912-6B0B-C9B7-DF1A02D4DD7F}"/>
          </ac:cxnSpMkLst>
        </pc:cxnChg>
      </pc:sldChg>
      <pc:sldChg chg="modSp add ord replId">
        <pc:chgData name="Mohaiminul Islam" userId="S::mohaiminul.islam@northsouth.edu::b8c578dd-123e-4080-8513-c25e2f552200" providerId="AD" clId="Web-{139883CE-4DFF-3C5E-456A-2D4C79DB0CFD}" dt="2026-07-03T16:09:54.801" v="130" actId="20577"/>
        <pc:sldMkLst>
          <pc:docMk/>
          <pc:sldMk cId="2237378847" sldId="355"/>
        </pc:sldMkLst>
        <pc:spChg chg="mod">
          <ac:chgData name="Mohaiminul Islam" userId="S::mohaiminul.islam@northsouth.edu::b8c578dd-123e-4080-8513-c25e2f552200" providerId="AD" clId="Web-{139883CE-4DFF-3C5E-456A-2D4C79DB0CFD}" dt="2026-07-03T16:09:54.801" v="130" actId="20577"/>
          <ac:spMkLst>
            <pc:docMk/>
            <pc:sldMk cId="2237378847" sldId="355"/>
            <ac:spMk id="111" creationId="{E722AE76-3839-50EC-BCFB-5EDA9BDD4AEB}"/>
          </ac:spMkLst>
        </pc:spChg>
      </pc:sldChg>
      <pc:sldChg chg="addSp delSp modSp add replId">
        <pc:chgData name="Mohaiminul Islam" userId="S::mohaiminul.islam@northsouth.edu::b8c578dd-123e-4080-8513-c25e2f552200" providerId="AD" clId="Web-{139883CE-4DFF-3C5E-456A-2D4C79DB0CFD}" dt="2026-07-03T16:19:04.999" v="258" actId="20577"/>
        <pc:sldMkLst>
          <pc:docMk/>
          <pc:sldMk cId="1768780117" sldId="356"/>
        </pc:sldMkLst>
        <pc:spChg chg="add del">
          <ac:chgData name="Mohaiminul Islam" userId="S::mohaiminul.islam@northsouth.edu::b8c578dd-123e-4080-8513-c25e2f552200" providerId="AD" clId="Web-{139883CE-4DFF-3C5E-456A-2D4C79DB0CFD}" dt="2026-07-03T16:16:17.211" v="209"/>
          <ac:spMkLst>
            <pc:docMk/>
            <pc:sldMk cId="1768780117" sldId="356"/>
            <ac:spMk id="2" creationId="{B11030AF-3199-A72C-AC5A-4498316B7CA3}"/>
          </ac:spMkLst>
        </pc:spChg>
        <pc:spChg chg="add mod">
          <ac:chgData name="Mohaiminul Islam" userId="S::mohaiminul.islam@northsouth.edu::b8c578dd-123e-4080-8513-c25e2f552200" providerId="AD" clId="Web-{139883CE-4DFF-3C5E-456A-2D4C79DB0CFD}" dt="2026-07-03T16:19:04.999" v="258" actId="20577"/>
          <ac:spMkLst>
            <pc:docMk/>
            <pc:sldMk cId="1768780117" sldId="356"/>
            <ac:spMk id="4" creationId="{3DE086D1-84F6-9084-E1A6-B0EFA371D667}"/>
          </ac:spMkLst>
        </pc:spChg>
        <pc:spChg chg="mod">
          <ac:chgData name="Mohaiminul Islam" userId="S::mohaiminul.islam@northsouth.edu::b8c578dd-123e-4080-8513-c25e2f552200" providerId="AD" clId="Web-{139883CE-4DFF-3C5E-456A-2D4C79DB0CFD}" dt="2026-07-03T16:13:33.768" v="185" actId="20577"/>
          <ac:spMkLst>
            <pc:docMk/>
            <pc:sldMk cId="1768780117" sldId="356"/>
            <ac:spMk id="110" creationId="{237B70EB-4821-4B1F-1F75-B8279E04E82D}"/>
          </ac:spMkLst>
        </pc:spChg>
        <pc:spChg chg="mod">
          <ac:chgData name="Mohaiminul Islam" userId="S::mohaiminul.islam@northsouth.edu::b8c578dd-123e-4080-8513-c25e2f552200" providerId="AD" clId="Web-{139883CE-4DFF-3C5E-456A-2D4C79DB0CFD}" dt="2026-07-03T16:15:42.960" v="207" actId="20577"/>
          <ac:spMkLst>
            <pc:docMk/>
            <pc:sldMk cId="1768780117" sldId="356"/>
            <ac:spMk id="111" creationId="{04017703-73C6-839E-17F5-5B092ED0081E}"/>
          </ac:spMkLst>
        </pc:spChg>
      </pc:sldChg>
      <pc:sldChg chg="modSp add del replId">
        <pc:chgData name="Mohaiminul Islam" userId="S::mohaiminul.islam@northsouth.edu::b8c578dd-123e-4080-8513-c25e2f552200" providerId="AD" clId="Web-{139883CE-4DFF-3C5E-456A-2D4C79DB0CFD}" dt="2026-07-03T16:12:04.171" v="147"/>
        <pc:sldMkLst>
          <pc:docMk/>
          <pc:sldMk cId="3594264999" sldId="356"/>
        </pc:sldMkLst>
        <pc:spChg chg="mod">
          <ac:chgData name="Mohaiminul Islam" userId="S::mohaiminul.islam@northsouth.edu::b8c578dd-123e-4080-8513-c25e2f552200" providerId="AD" clId="Web-{139883CE-4DFF-3C5E-456A-2D4C79DB0CFD}" dt="2026-07-03T16:12:03.546" v="146" actId="20577"/>
          <ac:spMkLst>
            <pc:docMk/>
            <pc:sldMk cId="3594264999" sldId="356"/>
            <ac:spMk id="111" creationId="{CE505673-145C-F92A-CDB7-3A748A7DF870}"/>
          </ac:spMkLst>
        </pc:spChg>
      </pc:sldChg>
      <pc:sldChg chg="addSp delSp modSp add replId">
        <pc:chgData name="Mohaiminul Islam" userId="S::mohaiminul.islam@northsouth.edu::b8c578dd-123e-4080-8513-c25e2f552200" providerId="AD" clId="Web-{139883CE-4DFF-3C5E-456A-2D4C79DB0CFD}" dt="2026-07-03T16:22:09.318" v="340"/>
        <pc:sldMkLst>
          <pc:docMk/>
          <pc:sldMk cId="2606482621" sldId="357"/>
        </pc:sldMkLst>
        <pc:spChg chg="mod">
          <ac:chgData name="Mohaiminul Islam" userId="S::mohaiminul.islam@northsouth.edu::b8c578dd-123e-4080-8513-c25e2f552200" providerId="AD" clId="Web-{139883CE-4DFF-3C5E-456A-2D4C79DB0CFD}" dt="2026-07-03T16:21:05.519" v="327" actId="20577"/>
          <ac:spMkLst>
            <pc:docMk/>
            <pc:sldMk cId="2606482621" sldId="357"/>
            <ac:spMk id="2" creationId="{4CF6BF25-5EE4-FAD6-1E20-AC18A50D992A}"/>
          </ac:spMkLst>
        </pc:spChg>
        <pc:spChg chg="add del mod">
          <ac:chgData name="Mohaiminul Islam" userId="S::mohaiminul.islam@northsouth.edu::b8c578dd-123e-4080-8513-c25e2f552200" providerId="AD" clId="Web-{139883CE-4DFF-3C5E-456A-2D4C79DB0CFD}" dt="2026-07-03T16:22:09.130" v="339"/>
          <ac:spMkLst>
            <pc:docMk/>
            <pc:sldMk cId="2606482621" sldId="357"/>
            <ac:spMk id="3" creationId="{168DD58E-13EC-5278-18EE-3A3CC9EEC5DB}"/>
          </ac:spMkLst>
        </pc:spChg>
        <pc:spChg chg="mod">
          <ac:chgData name="Mohaiminul Islam" userId="S::mohaiminul.islam@northsouth.edu::b8c578dd-123e-4080-8513-c25e2f552200" providerId="AD" clId="Web-{139883CE-4DFF-3C5E-456A-2D4C79DB0CFD}" dt="2026-07-03T16:19:38.578" v="266" actId="20577"/>
          <ac:spMkLst>
            <pc:docMk/>
            <pc:sldMk cId="2606482621" sldId="357"/>
            <ac:spMk id="110" creationId="{4D46D5CB-AD7A-A844-83AF-D4566CCA7959}"/>
          </ac:spMkLst>
        </pc:spChg>
        <pc:spChg chg="mod">
          <ac:chgData name="Mohaiminul Islam" userId="S::mohaiminul.islam@northsouth.edu::b8c578dd-123e-4080-8513-c25e2f552200" providerId="AD" clId="Web-{139883CE-4DFF-3C5E-456A-2D4C79DB0CFD}" dt="2026-07-03T16:19:55.204" v="288" actId="20577"/>
          <ac:spMkLst>
            <pc:docMk/>
            <pc:sldMk cId="2606482621" sldId="357"/>
            <ac:spMk id="111" creationId="{413A4E1E-E429-3AD1-D479-9BA3FC95B514}"/>
          </ac:spMkLst>
        </pc:spChg>
        <pc:cxnChg chg="add del">
          <ac:chgData name="Mohaiminul Islam" userId="S::mohaiminul.islam@northsouth.edu::b8c578dd-123e-4080-8513-c25e2f552200" providerId="AD" clId="Web-{139883CE-4DFF-3C5E-456A-2D4C79DB0CFD}" dt="2026-07-03T16:22:09.318" v="340"/>
          <ac:cxnSpMkLst>
            <pc:docMk/>
            <pc:sldMk cId="2606482621" sldId="357"/>
            <ac:cxnSpMk id="6" creationId="{F4946CD0-632F-1A2B-055A-B8EFB93AB744}"/>
          </ac:cxnSpMkLst>
        </pc:cxnChg>
      </pc:sldChg>
    </pc:docChg>
  </pc:docChgLst>
  <pc:docChgLst>
    <pc:chgData name="Mohaiminul Islam" userId="S::mohaiminul.islam@northsouth.edu::b8c578dd-123e-4080-8513-c25e2f552200" providerId="AD" clId="Web-{41A59D16-25AB-75E0-496D-A717532FFF7A}"/>
    <pc:docChg chg="addSld delSld modSld sldOrd">
      <pc:chgData name="Mohaiminul Islam" userId="S::mohaiminul.islam@northsouth.edu::b8c578dd-123e-4080-8513-c25e2f552200" providerId="AD" clId="Web-{41A59D16-25AB-75E0-496D-A717532FFF7A}" dt="2026-07-03T16:05:29.495" v="378"/>
      <pc:docMkLst>
        <pc:docMk/>
      </pc:docMkLst>
      <pc:sldChg chg="modSp">
        <pc:chgData name="Mohaiminul Islam" userId="S::mohaiminul.islam@northsouth.edu::b8c578dd-123e-4080-8513-c25e2f552200" providerId="AD" clId="Web-{41A59D16-25AB-75E0-496D-A717532FFF7A}" dt="2026-07-03T13:48:16.778" v="5" actId="20577"/>
        <pc:sldMkLst>
          <pc:docMk/>
          <pc:sldMk cId="0" sldId="256"/>
        </pc:sldMkLst>
        <pc:spChg chg="mod">
          <ac:chgData name="Mohaiminul Islam" userId="S::mohaiminul.islam@northsouth.edu::b8c578dd-123e-4080-8513-c25e2f552200" providerId="AD" clId="Web-{41A59D16-25AB-75E0-496D-A717532FFF7A}" dt="2026-07-03T13:48:16.778" v="5" actId="20577"/>
          <ac:spMkLst>
            <pc:docMk/>
            <pc:sldMk cId="0" sldId="256"/>
            <ac:spMk id="98" creationId="{00000000-0000-0000-0000-000000000000}"/>
          </ac:spMkLst>
        </pc:spChg>
      </pc:sldChg>
      <pc:sldChg chg="modSp">
        <pc:chgData name="Mohaiminul Islam" userId="S::mohaiminul.islam@northsouth.edu::b8c578dd-123e-4080-8513-c25e2f552200" providerId="AD" clId="Web-{41A59D16-25AB-75E0-496D-A717532FFF7A}" dt="2026-07-03T15:56:34.414" v="261" actId="20577"/>
        <pc:sldMkLst>
          <pc:docMk/>
          <pc:sldMk cId="0" sldId="258"/>
        </pc:sldMkLst>
        <pc:spChg chg="mod">
          <ac:chgData name="Mohaiminul Islam" userId="S::mohaiminul.islam@northsouth.edu::b8c578dd-123e-4080-8513-c25e2f552200" providerId="AD" clId="Web-{41A59D16-25AB-75E0-496D-A717532FFF7A}" dt="2026-07-03T15:56:34.414" v="261" actId="20577"/>
          <ac:spMkLst>
            <pc:docMk/>
            <pc:sldMk cId="0" sldId="258"/>
            <ac:spMk id="111" creationId="{00000000-0000-0000-0000-000000000000}"/>
          </ac:spMkLst>
        </pc:spChg>
      </pc:sldChg>
      <pc:sldChg chg="modSp">
        <pc:chgData name="Mohaiminul Islam" userId="S::mohaiminul.islam@northsouth.edu::b8c578dd-123e-4080-8513-c25e2f552200" providerId="AD" clId="Web-{41A59D16-25AB-75E0-496D-A717532FFF7A}" dt="2026-07-03T15:58:11.177" v="275" actId="20577"/>
        <pc:sldMkLst>
          <pc:docMk/>
          <pc:sldMk cId="4129905145" sldId="333"/>
        </pc:sldMkLst>
        <pc:spChg chg="mod">
          <ac:chgData name="Mohaiminul Islam" userId="S::mohaiminul.islam@northsouth.edu::b8c578dd-123e-4080-8513-c25e2f552200" providerId="AD" clId="Web-{41A59D16-25AB-75E0-496D-A717532FFF7A}" dt="2026-07-03T15:52:02.185" v="9" actId="20577"/>
          <ac:spMkLst>
            <pc:docMk/>
            <pc:sldMk cId="4129905145" sldId="333"/>
            <ac:spMk id="110" creationId="{320E283E-A6D0-F95A-F6F1-069BB443521E}"/>
          </ac:spMkLst>
        </pc:spChg>
        <pc:spChg chg="mod">
          <ac:chgData name="Mohaiminul Islam" userId="S::mohaiminul.islam@northsouth.edu::b8c578dd-123e-4080-8513-c25e2f552200" providerId="AD" clId="Web-{41A59D16-25AB-75E0-496D-A717532FFF7A}" dt="2026-07-03T15:58:11.177" v="275" actId="20577"/>
          <ac:spMkLst>
            <pc:docMk/>
            <pc:sldMk cId="4129905145" sldId="333"/>
            <ac:spMk id="111" creationId="{8372DB33-F207-80A5-2E81-4AF51779C95D}"/>
          </ac:spMkLst>
        </pc:spChg>
      </pc:sldChg>
      <pc:sldChg chg="modSp">
        <pc:chgData name="Mohaiminul Islam" userId="S::mohaiminul.islam@northsouth.edu::b8c578dd-123e-4080-8513-c25e2f552200" providerId="AD" clId="Web-{41A59D16-25AB-75E0-496D-A717532FFF7A}" dt="2026-07-03T16:02:37.597" v="359" actId="20577"/>
        <pc:sldMkLst>
          <pc:docMk/>
          <pc:sldMk cId="1117057801" sldId="341"/>
        </pc:sldMkLst>
        <pc:spChg chg="mod">
          <ac:chgData name="Mohaiminul Islam" userId="S::mohaiminul.islam@northsouth.edu::b8c578dd-123e-4080-8513-c25e2f552200" providerId="AD" clId="Web-{41A59D16-25AB-75E0-496D-A717532FFF7A}" dt="2026-07-03T16:02:37.597" v="359" actId="20577"/>
          <ac:spMkLst>
            <pc:docMk/>
            <pc:sldMk cId="1117057801" sldId="341"/>
            <ac:spMk id="110" creationId="{9F36FB96-9DBE-8BF7-F33C-F87D9AF98567}"/>
          </ac:spMkLst>
        </pc:spChg>
        <pc:spChg chg="mod">
          <ac:chgData name="Mohaiminul Islam" userId="S::mohaiminul.islam@northsouth.edu::b8c578dd-123e-4080-8513-c25e2f552200" providerId="AD" clId="Web-{41A59D16-25AB-75E0-496D-A717532FFF7A}" dt="2026-07-03T16:00:30.905" v="346" actId="20577"/>
          <ac:spMkLst>
            <pc:docMk/>
            <pc:sldMk cId="1117057801" sldId="341"/>
            <ac:spMk id="111" creationId="{1AC2A792-F439-12FB-E79D-875D8123AE64}"/>
          </ac:spMkLst>
        </pc:spChg>
      </pc:sldChg>
      <pc:sldChg chg="modSp">
        <pc:chgData name="Mohaiminul Islam" userId="S::mohaiminul.islam@northsouth.edu::b8c578dd-123e-4080-8513-c25e2f552200" providerId="AD" clId="Web-{41A59D16-25AB-75E0-496D-A717532FFF7A}" dt="2026-07-03T13:48:52.467" v="8" actId="20577"/>
        <pc:sldMkLst>
          <pc:docMk/>
          <pc:sldMk cId="1838946405" sldId="352"/>
        </pc:sldMkLst>
        <pc:spChg chg="mod">
          <ac:chgData name="Mohaiminul Islam" userId="S::mohaiminul.islam@northsouth.edu::b8c578dd-123e-4080-8513-c25e2f552200" providerId="AD" clId="Web-{41A59D16-25AB-75E0-496D-A717532FFF7A}" dt="2026-07-03T13:48:52.467" v="8" actId="20577"/>
          <ac:spMkLst>
            <pc:docMk/>
            <pc:sldMk cId="1838946405" sldId="352"/>
            <ac:spMk id="3" creationId="{8C694D83-F4D0-5FD4-5C8C-18EE74B5A7B2}"/>
          </ac:spMkLst>
        </pc:spChg>
      </pc:sldChg>
      <pc:sldChg chg="addSp delSp modSp add replId">
        <pc:chgData name="Mohaiminul Islam" userId="S::mohaiminul.islam@northsouth.edu::b8c578dd-123e-4080-8513-c25e2f552200" providerId="AD" clId="Web-{41A59D16-25AB-75E0-496D-A717532FFF7A}" dt="2026-07-03T15:58:20.193" v="276" actId="20577"/>
        <pc:sldMkLst>
          <pc:docMk/>
          <pc:sldMk cId="3503372154" sldId="353"/>
        </pc:sldMkLst>
        <pc:spChg chg="add mod">
          <ac:chgData name="Mohaiminul Islam" userId="S::mohaiminul.islam@northsouth.edu::b8c578dd-123e-4080-8513-c25e2f552200" providerId="AD" clId="Web-{41A59D16-25AB-75E0-496D-A717532FFF7A}" dt="2026-07-03T15:57:05.139" v="263" actId="1076"/>
          <ac:spMkLst>
            <pc:docMk/>
            <pc:sldMk cId="3503372154" sldId="353"/>
            <ac:spMk id="2" creationId="{72D5BAB2-36E8-199F-8365-9F620DB28153}"/>
          </ac:spMkLst>
        </pc:spChg>
        <pc:spChg chg="add mod">
          <ac:chgData name="Mohaiminul Islam" userId="S::mohaiminul.islam@northsouth.edu::b8c578dd-123e-4080-8513-c25e2f552200" providerId="AD" clId="Web-{41A59D16-25AB-75E0-496D-A717532FFF7A}" dt="2026-07-03T15:58:20.193" v="276" actId="20577"/>
          <ac:spMkLst>
            <pc:docMk/>
            <pc:sldMk cId="3503372154" sldId="353"/>
            <ac:spMk id="3" creationId="{B7D5BE02-F851-DEA6-D59F-76D732623E3E}"/>
          </ac:spMkLst>
        </pc:spChg>
        <pc:spChg chg="add del">
          <ac:chgData name="Mohaiminul Islam" userId="S::mohaiminul.islam@northsouth.edu::b8c578dd-123e-4080-8513-c25e2f552200" providerId="AD" clId="Web-{41A59D16-25AB-75E0-496D-A717532FFF7A}" dt="2026-07-03T15:57:31.925" v="267"/>
          <ac:spMkLst>
            <pc:docMk/>
            <pc:sldMk cId="3503372154" sldId="353"/>
            <ac:spMk id="4" creationId="{5B1FC4A9-F63A-A676-2FDC-230105A8B878}"/>
          </ac:spMkLst>
        </pc:spChg>
        <pc:spChg chg="add del">
          <ac:chgData name="Mohaiminul Islam" userId="S::mohaiminul.islam@northsouth.edu::b8c578dd-123e-4080-8513-c25e2f552200" providerId="AD" clId="Web-{41A59D16-25AB-75E0-496D-A717532FFF7A}" dt="2026-07-03T15:57:40.832" v="269"/>
          <ac:spMkLst>
            <pc:docMk/>
            <pc:sldMk cId="3503372154" sldId="353"/>
            <ac:spMk id="5" creationId="{56026EC2-5145-651F-6BD8-E266394BD627}"/>
          </ac:spMkLst>
        </pc:spChg>
        <pc:spChg chg="mod">
          <ac:chgData name="Mohaiminul Islam" userId="S::mohaiminul.islam@northsouth.edu::b8c578dd-123e-4080-8513-c25e2f552200" providerId="AD" clId="Web-{41A59D16-25AB-75E0-496D-A717532FFF7A}" dt="2026-07-03T15:58:08.520" v="274" actId="20577"/>
          <ac:spMkLst>
            <pc:docMk/>
            <pc:sldMk cId="3503372154" sldId="353"/>
            <ac:spMk id="111" creationId="{3B5FC23D-CD05-0B77-A2CA-43E351640F09}"/>
          </ac:spMkLst>
        </pc:spChg>
        <pc:cxnChg chg="add mod">
          <ac:chgData name="Mohaiminul Islam" userId="S::mohaiminul.islam@northsouth.edu::b8c578dd-123e-4080-8513-c25e2f552200" providerId="AD" clId="Web-{41A59D16-25AB-75E0-496D-A717532FFF7A}" dt="2026-07-03T15:57:59.114" v="273" actId="1076"/>
          <ac:cxnSpMkLst>
            <pc:docMk/>
            <pc:sldMk cId="3503372154" sldId="353"/>
            <ac:cxnSpMk id="6" creationId="{464978FE-7657-C353-D333-97C50DFEA812}"/>
          </ac:cxnSpMkLst>
        </pc:cxnChg>
      </pc:sldChg>
      <pc:sldChg chg="addSp delSp modSp add replId">
        <pc:chgData name="Mohaiminul Islam" userId="S::mohaiminul.islam@northsouth.edu::b8c578dd-123e-4080-8513-c25e2f552200" providerId="AD" clId="Web-{41A59D16-25AB-75E0-496D-A717532FFF7A}" dt="2026-07-03T16:05:23.870" v="376"/>
        <pc:sldMkLst>
          <pc:docMk/>
          <pc:sldMk cId="114667221" sldId="354"/>
        </pc:sldMkLst>
        <pc:spChg chg="add">
          <ac:chgData name="Mohaiminul Islam" userId="S::mohaiminul.islam@northsouth.edu::b8c578dd-123e-4080-8513-c25e2f552200" providerId="AD" clId="Web-{41A59D16-25AB-75E0-496D-A717532FFF7A}" dt="2026-07-03T16:03:05.068" v="362"/>
          <ac:spMkLst>
            <pc:docMk/>
            <pc:sldMk cId="114667221" sldId="354"/>
            <ac:spMk id="3" creationId="{FE1E2D5B-2CB7-98AA-52A6-3F6B1D098946}"/>
          </ac:spMkLst>
        </pc:spChg>
        <pc:spChg chg="add mod">
          <ac:chgData name="Mohaiminul Islam" userId="S::mohaiminul.islam@northsouth.edu::b8c578dd-123e-4080-8513-c25e2f552200" providerId="AD" clId="Web-{41A59D16-25AB-75E0-496D-A717532FFF7A}" dt="2026-07-03T16:04:12.304" v="370" actId="20577"/>
          <ac:spMkLst>
            <pc:docMk/>
            <pc:sldMk cId="114667221" sldId="354"/>
            <ac:spMk id="5" creationId="{38818A39-28F6-2A8D-9B54-54E5859DCB44}"/>
          </ac:spMkLst>
        </pc:spChg>
        <pc:spChg chg="add mod">
          <ac:chgData name="Mohaiminul Islam" userId="S::mohaiminul.islam@northsouth.edu::b8c578dd-123e-4080-8513-c25e2f552200" providerId="AD" clId="Web-{41A59D16-25AB-75E0-496D-A717532FFF7A}" dt="2026-07-03T16:04:17.867" v="372" actId="20577"/>
          <ac:spMkLst>
            <pc:docMk/>
            <pc:sldMk cId="114667221" sldId="354"/>
            <ac:spMk id="6" creationId="{61CEEEB0-9059-B326-EA86-285A4B8E6E0C}"/>
          </ac:spMkLst>
        </pc:spChg>
        <pc:spChg chg="add">
          <ac:chgData name="Mohaiminul Islam" userId="S::mohaiminul.islam@northsouth.edu::b8c578dd-123e-4080-8513-c25e2f552200" providerId="AD" clId="Web-{41A59D16-25AB-75E0-496D-A717532FFF7A}" dt="2026-07-03T16:03:05.068" v="362"/>
          <ac:spMkLst>
            <pc:docMk/>
            <pc:sldMk cId="114667221" sldId="354"/>
            <ac:spMk id="7" creationId="{85F203A2-3984-6B1A-DB7A-7AC79A52A79C}"/>
          </ac:spMkLst>
        </pc:spChg>
        <pc:spChg chg="add mod">
          <ac:chgData name="Mohaiminul Islam" userId="S::mohaiminul.islam@northsouth.edu::b8c578dd-123e-4080-8513-c25e2f552200" providerId="AD" clId="Web-{41A59D16-25AB-75E0-496D-A717532FFF7A}" dt="2026-07-03T16:04:06.632" v="369" actId="20577"/>
          <ac:spMkLst>
            <pc:docMk/>
            <pc:sldMk cId="114667221" sldId="354"/>
            <ac:spMk id="8" creationId="{376DC54D-13C4-AD43-D25A-154FEE8AAEAE}"/>
          </ac:spMkLst>
        </pc:spChg>
        <pc:spChg chg="add mod">
          <ac:chgData name="Mohaiminul Islam" userId="S::mohaiminul.islam@northsouth.edu::b8c578dd-123e-4080-8513-c25e2f552200" providerId="AD" clId="Web-{41A59D16-25AB-75E0-496D-A717532FFF7A}" dt="2026-07-03T16:03:56.523" v="368" actId="20577"/>
          <ac:spMkLst>
            <pc:docMk/>
            <pc:sldMk cId="114667221" sldId="354"/>
            <ac:spMk id="12" creationId="{4F071D38-083D-6DF8-BCA9-41816D9A4F53}"/>
          </ac:spMkLst>
        </pc:spChg>
        <pc:spChg chg="add del mod">
          <ac:chgData name="Mohaiminul Islam" userId="S::mohaiminul.islam@northsouth.edu::b8c578dd-123e-4080-8513-c25e2f552200" providerId="AD" clId="Web-{41A59D16-25AB-75E0-496D-A717532FFF7A}" dt="2026-07-03T16:03:49.194" v="367"/>
          <ac:spMkLst>
            <pc:docMk/>
            <pc:sldMk cId="114667221" sldId="354"/>
            <ac:spMk id="14" creationId="{15DCA75C-E396-B069-898E-67C26727B7F6}"/>
          </ac:spMkLst>
        </pc:spChg>
        <pc:spChg chg="add del mod">
          <ac:chgData name="Mohaiminul Islam" userId="S::mohaiminul.islam@northsouth.edu::b8c578dd-123e-4080-8513-c25e2f552200" providerId="AD" clId="Web-{41A59D16-25AB-75E0-496D-A717532FFF7A}" dt="2026-07-03T16:05:23.870" v="376"/>
          <ac:spMkLst>
            <pc:docMk/>
            <pc:sldMk cId="114667221" sldId="354"/>
            <ac:spMk id="16" creationId="{88666666-454B-DFBC-F9B2-3D35620C0B0A}"/>
          </ac:spMkLst>
        </pc:spChg>
        <pc:spChg chg="add del mod">
          <ac:chgData name="Mohaiminul Islam" userId="S::mohaiminul.islam@northsouth.edu::b8c578dd-123e-4080-8513-c25e2f552200" providerId="AD" clId="Web-{41A59D16-25AB-75E0-496D-A717532FFF7A}" dt="2026-07-03T16:05:23.870" v="376"/>
          <ac:spMkLst>
            <pc:docMk/>
            <pc:sldMk cId="114667221" sldId="354"/>
            <ac:spMk id="111" creationId="{4E447F72-A921-84D6-0064-59DD29436B2C}"/>
          </ac:spMkLst>
        </pc:spChg>
        <pc:grpChg chg="add mod">
          <ac:chgData name="Mohaiminul Islam" userId="S::mohaiminul.islam@northsouth.edu::b8c578dd-123e-4080-8513-c25e2f552200" providerId="AD" clId="Web-{41A59D16-25AB-75E0-496D-A717532FFF7A}" dt="2026-07-03T16:03:13.599" v="363" actId="1076"/>
          <ac:grpSpMkLst>
            <pc:docMk/>
            <pc:sldMk cId="114667221" sldId="354"/>
            <ac:grpSpMk id="2" creationId="{F227320C-A144-0710-0757-F097DE67083E}"/>
          </ac:grpSpMkLst>
        </pc:grpChg>
        <pc:cxnChg chg="add mod">
          <ac:chgData name="Mohaiminul Islam" userId="S::mohaiminul.islam@northsouth.edu::b8c578dd-123e-4080-8513-c25e2f552200" providerId="AD" clId="Web-{41A59D16-25AB-75E0-496D-A717532FFF7A}" dt="2026-07-03T16:05:23.870" v="376"/>
          <ac:cxnSpMkLst>
            <pc:docMk/>
            <pc:sldMk cId="114667221" sldId="354"/>
            <ac:cxnSpMk id="4" creationId="{6BD34174-B760-8433-51B3-4C62F0D0E0DA}"/>
          </ac:cxnSpMkLst>
        </pc:cxnChg>
        <pc:cxnChg chg="add mod">
          <ac:chgData name="Mohaiminul Islam" userId="S::mohaiminul.islam@northsouth.edu::b8c578dd-123e-4080-8513-c25e2f552200" providerId="AD" clId="Web-{41A59D16-25AB-75E0-496D-A717532FFF7A}" dt="2026-07-03T16:05:23.870" v="376"/>
          <ac:cxnSpMkLst>
            <pc:docMk/>
            <pc:sldMk cId="114667221" sldId="354"/>
            <ac:cxnSpMk id="9" creationId="{F99240EA-0BF4-74A2-E13B-B08F579C59B3}"/>
          </ac:cxnSpMkLst>
        </pc:cxnChg>
        <pc:cxnChg chg="add mod">
          <ac:chgData name="Mohaiminul Islam" userId="S::mohaiminul.islam@northsouth.edu::b8c578dd-123e-4080-8513-c25e2f552200" providerId="AD" clId="Web-{41A59D16-25AB-75E0-496D-A717532FFF7A}" dt="2026-07-03T16:05:23.870" v="376"/>
          <ac:cxnSpMkLst>
            <pc:docMk/>
            <pc:sldMk cId="114667221" sldId="354"/>
            <ac:cxnSpMk id="10" creationId="{35F9FD7D-CD02-3BD3-4A48-2927F22A9F38}"/>
          </ac:cxnSpMkLst>
        </pc:cxnChg>
        <pc:cxnChg chg="add mod">
          <ac:chgData name="Mohaiminul Islam" userId="S::mohaiminul.islam@northsouth.edu::b8c578dd-123e-4080-8513-c25e2f552200" providerId="AD" clId="Web-{41A59D16-25AB-75E0-496D-A717532FFF7A}" dt="2026-07-03T16:05:23.870" v="376"/>
          <ac:cxnSpMkLst>
            <pc:docMk/>
            <pc:sldMk cId="114667221" sldId="354"/>
            <ac:cxnSpMk id="11" creationId="{97A42294-49F4-5799-C0B3-13E2581DB6C4}"/>
          </ac:cxnSpMkLst>
        </pc:cxnChg>
      </pc:sldChg>
      <pc:sldChg chg="add del ord replId">
        <pc:chgData name="Mohaiminul Islam" userId="S::mohaiminul.islam@northsouth.edu::b8c578dd-123e-4080-8513-c25e2f552200" providerId="AD" clId="Web-{41A59D16-25AB-75E0-496D-A717532FFF7A}" dt="2026-07-03T16:05:29.495" v="378"/>
        <pc:sldMkLst>
          <pc:docMk/>
          <pc:sldMk cId="2767299328" sldId="355"/>
        </pc:sldMkLst>
      </pc:sldChg>
    </pc:docChg>
  </pc:docChgLst>
  <pc:docChgLst>
    <pc:chgData name="Mohaiminul Islam" userId="S::mohaiminul.islam@northsouth.edu::b8c578dd-123e-4080-8513-c25e2f552200" providerId="AD" clId="Web-{34720AEE-3912-2681-3331-94C207AA903A}"/>
    <pc:docChg chg="modSld">
      <pc:chgData name="Mohaiminul Islam" userId="S::mohaiminul.islam@northsouth.edu::b8c578dd-123e-4080-8513-c25e2f552200" providerId="AD" clId="Web-{34720AEE-3912-2681-3331-94C207AA903A}" dt="2026-06-29T14:10:38.937" v="197" actId="20577"/>
      <pc:docMkLst>
        <pc:docMk/>
      </pc:docMkLst>
    </pc:docChg>
  </pc:docChgLst>
  <pc:docChgLst>
    <pc:chgData name="Mohaiminul Islam" userId="S::mohaiminul.islam@northsouth.edu::b8c578dd-123e-4080-8513-c25e2f552200" providerId="AD" clId="Web-{6BFF3EE4-C93C-3D1D-C419-963077D70597}"/>
    <pc:docChg chg="modSld">
      <pc:chgData name="Mohaiminul Islam" userId="S::mohaiminul.islam@northsouth.edu::b8c578dd-123e-4080-8513-c25e2f552200" providerId="AD" clId="Web-{6BFF3EE4-C93C-3D1D-C419-963077D70597}" dt="2026-06-24T13:35:40.876" v="3" actId="20577"/>
      <pc:docMkLst>
        <pc:docMk/>
      </pc:docMkLst>
      <pc:sldChg chg="modSp">
        <pc:chgData name="Mohaiminul Islam" userId="S::mohaiminul.islam@northsouth.edu::b8c578dd-123e-4080-8513-c25e2f552200" providerId="AD" clId="Web-{6BFF3EE4-C93C-3D1D-C419-963077D70597}" dt="2026-06-24T13:35:40.876" v="3" actId="20577"/>
        <pc:sldMkLst>
          <pc:docMk/>
          <pc:sldMk cId="0" sldId="256"/>
        </pc:sldMkLst>
        <pc:spChg chg="mod">
          <ac:chgData name="Mohaiminul Islam" userId="S::mohaiminul.islam@northsouth.edu::b8c578dd-123e-4080-8513-c25e2f552200" providerId="AD" clId="Web-{6BFF3EE4-C93C-3D1D-C419-963077D70597}" dt="2026-06-24T13:35:40.876" v="3" actId="20577"/>
          <ac:spMkLst>
            <pc:docMk/>
            <pc:sldMk cId="0" sldId="256"/>
            <ac:spMk id="98" creationId="{00000000-0000-0000-0000-000000000000}"/>
          </ac:spMkLst>
        </pc:spChg>
      </pc:sldChg>
    </pc:docChg>
  </pc:docChgLst>
  <pc:docChgLst>
    <pc:chgData name="Mohaiminul Islam" userId="S::mohaiminul.islam@northsouth.edu::b8c578dd-123e-4080-8513-c25e2f552200" providerId="AD" clId="Web-{7F32D75E-767A-4C85-3E82-B7E2576E622E}"/>
    <pc:docChg chg="addSld delSld modSld">
      <pc:chgData name="Mohaiminul Islam" userId="S::mohaiminul.islam@northsouth.edu::b8c578dd-123e-4080-8513-c25e2f552200" providerId="AD" clId="Web-{7F32D75E-767A-4C85-3E82-B7E2576E622E}" dt="2026-06-25T04:35:29.619" v="2349" actId="20577"/>
      <pc:docMkLst>
        <pc:docMk/>
      </pc:docMkLst>
      <pc:sldChg chg="modSp">
        <pc:chgData name="Mohaiminul Islam" userId="S::mohaiminul.islam@northsouth.edu::b8c578dd-123e-4080-8513-c25e2f552200" providerId="AD" clId="Web-{7F32D75E-767A-4C85-3E82-B7E2576E622E}" dt="2026-06-25T04:32:26.258" v="2160" actId="20577"/>
        <pc:sldMkLst>
          <pc:docMk/>
          <pc:sldMk cId="0" sldId="256"/>
        </pc:sldMkLst>
        <pc:spChg chg="mod">
          <ac:chgData name="Mohaiminul Islam" userId="S::mohaiminul.islam@northsouth.edu::b8c578dd-123e-4080-8513-c25e2f552200" providerId="AD" clId="Web-{7F32D75E-767A-4C85-3E82-B7E2576E622E}" dt="2026-06-25T04:32:26.258" v="2160" actId="20577"/>
          <ac:spMkLst>
            <pc:docMk/>
            <pc:sldMk cId="0" sldId="256"/>
            <ac:spMk id="98" creationId="{00000000-0000-0000-0000-000000000000}"/>
          </ac:spMkLst>
        </pc:spChg>
      </pc:sldChg>
      <pc:sldChg chg="modSp">
        <pc:chgData name="Mohaiminul Islam" userId="S::mohaiminul.islam@northsouth.edu::b8c578dd-123e-4080-8513-c25e2f552200" providerId="AD" clId="Web-{7F32D75E-767A-4C85-3E82-B7E2576E622E}" dt="2026-06-25T00:59:41.330" v="222" actId="20577"/>
        <pc:sldMkLst>
          <pc:docMk/>
          <pc:sldMk cId="0" sldId="258"/>
        </pc:sldMkLst>
        <pc:spChg chg="mod">
          <ac:chgData name="Mohaiminul Islam" userId="S::mohaiminul.islam@northsouth.edu::b8c578dd-123e-4080-8513-c25e2f552200" providerId="AD" clId="Web-{7F32D75E-767A-4C85-3E82-B7E2576E622E}" dt="2026-06-25T00:59:41.330" v="222" actId="20577"/>
          <ac:spMkLst>
            <pc:docMk/>
            <pc:sldMk cId="0" sldId="258"/>
            <ac:spMk id="111" creationId="{00000000-0000-0000-0000-000000000000}"/>
          </ac:spMkLst>
        </pc:spChg>
      </pc:sldChg>
    </pc:docChg>
  </pc:docChgLst>
  <pc:docChgLst>
    <pc:chgData name="Mohaiminul Islam" userId="S::mohaiminul.islam@northsouth.edu::b8c578dd-123e-4080-8513-c25e2f552200" providerId="AD" clId="Web-{D64BCBF5-0A94-0D22-D117-60E4DD4278C2}"/>
    <pc:docChg chg="addSld delSld modSld">
      <pc:chgData name="Mohaiminul Islam" userId="S::mohaiminul.islam@northsouth.edu::b8c578dd-123e-4080-8513-c25e2f552200" providerId="AD" clId="Web-{D64BCBF5-0A94-0D22-D117-60E4DD4278C2}" dt="2026-06-18T01:59:45.195" v="1270" actId="20577"/>
      <pc:docMkLst>
        <pc:docMk/>
      </pc:docMkLst>
      <pc:sldChg chg="modSp">
        <pc:chgData name="Mohaiminul Islam" userId="S::mohaiminul.islam@northsouth.edu::b8c578dd-123e-4080-8513-c25e2f552200" providerId="AD" clId="Web-{D64BCBF5-0A94-0D22-D117-60E4DD4278C2}" dt="2026-06-17T18:24:16.707" v="622" actId="20577"/>
        <pc:sldMkLst>
          <pc:docMk/>
          <pc:sldMk cId="0" sldId="256"/>
        </pc:sldMkLst>
        <pc:spChg chg="mod">
          <ac:chgData name="Mohaiminul Islam" userId="S::mohaiminul.islam@northsouth.edu::b8c578dd-123e-4080-8513-c25e2f552200" providerId="AD" clId="Web-{D64BCBF5-0A94-0D22-D117-60E4DD4278C2}" dt="2026-06-17T18:24:16.707" v="622" actId="20577"/>
          <ac:spMkLst>
            <pc:docMk/>
            <pc:sldMk cId="0" sldId="256"/>
            <ac:spMk id="98" creationId="{00000000-0000-0000-0000-000000000000}"/>
          </ac:spMkLst>
        </pc:spChg>
      </pc:sldChg>
      <pc:sldChg chg="modSp">
        <pc:chgData name="Mohaiminul Islam" userId="S::mohaiminul.islam@northsouth.edu::b8c578dd-123e-4080-8513-c25e2f552200" providerId="AD" clId="Web-{D64BCBF5-0A94-0D22-D117-60E4DD4278C2}" dt="2026-06-17T14:12:02.089" v="285" actId="20577"/>
        <pc:sldMkLst>
          <pc:docMk/>
          <pc:sldMk cId="0" sldId="258"/>
        </pc:sldMkLst>
        <pc:spChg chg="mod">
          <ac:chgData name="Mohaiminul Islam" userId="S::mohaiminul.islam@northsouth.edu::b8c578dd-123e-4080-8513-c25e2f552200" providerId="AD" clId="Web-{D64BCBF5-0A94-0D22-D117-60E4DD4278C2}" dt="2026-06-17T10:49:33.148" v="43" actId="20577"/>
          <ac:spMkLst>
            <pc:docMk/>
            <pc:sldMk cId="0" sldId="258"/>
            <ac:spMk id="110" creationId="{00000000-0000-0000-0000-000000000000}"/>
          </ac:spMkLst>
        </pc:spChg>
        <pc:spChg chg="mod">
          <ac:chgData name="Mohaiminul Islam" userId="S::mohaiminul.islam@northsouth.edu::b8c578dd-123e-4080-8513-c25e2f552200" providerId="AD" clId="Web-{D64BCBF5-0A94-0D22-D117-60E4DD4278C2}" dt="2026-06-17T14:12:02.089" v="285" actId="20577"/>
          <ac:spMkLst>
            <pc:docMk/>
            <pc:sldMk cId="0" sldId="258"/>
            <ac:spMk id="111" creationId="{00000000-0000-0000-0000-000000000000}"/>
          </ac:spMkLst>
        </pc:spChg>
      </pc:sldChg>
    </pc:docChg>
  </pc:docChgLst>
  <pc:docChgLst>
    <pc:chgData name="Mohaiminul Islam" userId="S::mohaiminul.islam@northsouth.edu::b8c578dd-123e-4080-8513-c25e2f552200" providerId="AD" clId="Web-{D863368B-0999-3DE6-33D2-692B645D602F}"/>
    <pc:docChg chg="addSld delSld modSld sldOrd">
      <pc:chgData name="Mohaiminul Islam" userId="S::mohaiminul.islam@northsouth.edu::b8c578dd-123e-4080-8513-c25e2f552200" providerId="AD" clId="Web-{D863368B-0999-3DE6-33D2-692B645D602F}" dt="2026-06-19T13:55:07.213" v="1696" actId="20577"/>
      <pc:docMkLst>
        <pc:docMk/>
      </pc:docMkLst>
      <pc:sldChg chg="modSp">
        <pc:chgData name="Mohaiminul Islam" userId="S::mohaiminul.islam@northsouth.edu::b8c578dd-123e-4080-8513-c25e2f552200" providerId="AD" clId="Web-{D863368B-0999-3DE6-33D2-692B645D602F}" dt="2026-06-19T12:08:19.278" v="917" actId="20577"/>
        <pc:sldMkLst>
          <pc:docMk/>
          <pc:sldMk cId="0" sldId="256"/>
        </pc:sldMkLst>
        <pc:spChg chg="mod">
          <ac:chgData name="Mohaiminul Islam" userId="S::mohaiminul.islam@northsouth.edu::b8c578dd-123e-4080-8513-c25e2f552200" providerId="AD" clId="Web-{D863368B-0999-3DE6-33D2-692B645D602F}" dt="2026-06-19T12:08:19.278" v="917" actId="20577"/>
          <ac:spMkLst>
            <pc:docMk/>
            <pc:sldMk cId="0" sldId="256"/>
            <ac:spMk id="98" creationId="{00000000-0000-0000-0000-000000000000}"/>
          </ac:spMkLst>
        </pc:spChg>
      </pc:sldChg>
      <pc:sldChg chg="modSp">
        <pc:chgData name="Mohaiminul Islam" userId="S::mohaiminul.islam@northsouth.edu::b8c578dd-123e-4080-8513-c25e2f552200" providerId="AD" clId="Web-{D863368B-0999-3DE6-33D2-692B645D602F}" dt="2026-06-19T12:07:53.669" v="915" actId="20577"/>
        <pc:sldMkLst>
          <pc:docMk/>
          <pc:sldMk cId="0" sldId="258"/>
        </pc:sldMkLst>
        <pc:spChg chg="mod">
          <ac:chgData name="Mohaiminul Islam" userId="S::mohaiminul.islam@northsouth.edu::b8c578dd-123e-4080-8513-c25e2f552200" providerId="AD" clId="Web-{D863368B-0999-3DE6-33D2-692B645D602F}" dt="2026-06-19T12:05:52.981" v="860" actId="20577"/>
          <ac:spMkLst>
            <pc:docMk/>
            <pc:sldMk cId="0" sldId="258"/>
            <ac:spMk id="110" creationId="{00000000-0000-0000-0000-000000000000}"/>
          </ac:spMkLst>
        </pc:spChg>
        <pc:spChg chg="mod">
          <ac:chgData name="Mohaiminul Islam" userId="S::mohaiminul.islam@northsouth.edu::b8c578dd-123e-4080-8513-c25e2f552200" providerId="AD" clId="Web-{D863368B-0999-3DE6-33D2-692B645D602F}" dt="2026-06-19T12:07:53.669" v="915" actId="20577"/>
          <ac:spMkLst>
            <pc:docMk/>
            <pc:sldMk cId="0" sldId="258"/>
            <ac:spMk id="111" creationId="{00000000-0000-0000-0000-000000000000}"/>
          </ac:spMkLst>
        </pc:spChg>
      </pc:sldChg>
    </pc:docChg>
  </pc:docChgLst>
  <pc:docChgLst>
    <pc:chgData name="Mohaiminul Islam" userId="S::mohaiminul.islam@northsouth.edu::b8c578dd-123e-4080-8513-c25e2f552200" providerId="AD" clId="Web-{81313099-D412-8C14-3276-CFC45DCDEBC0}"/>
    <pc:docChg chg="addSld delSld modSld sldOrd">
      <pc:chgData name="Mohaiminul Islam" userId="S::mohaiminul.islam@northsouth.edu::b8c578dd-123e-4080-8513-c25e2f552200" providerId="AD" clId="Web-{81313099-D412-8C14-3276-CFC45DCDEBC0}" dt="2026-06-20T01:21:36.617" v="1860" actId="20577"/>
      <pc:docMkLst>
        <pc:docMk/>
      </pc:docMkLst>
    </pc:docChg>
  </pc:docChgLst>
  <pc:docChgLst>
    <pc:chgData name="Mohaiminul Islam" userId="S::mohaiminul.islam@northsouth.edu::b8c578dd-123e-4080-8513-c25e2f552200" providerId="AD" clId="Web-{FF1A85B3-E0A6-85C3-F4C3-EBB7C1676B57}"/>
    <pc:docChg chg="modSld">
      <pc:chgData name="Mohaiminul Islam" userId="S::mohaiminul.islam@northsouth.edu::b8c578dd-123e-4080-8513-c25e2f552200" providerId="AD" clId="Web-{FF1A85B3-E0A6-85C3-F4C3-EBB7C1676B57}" dt="2026-06-20T17:56:43.961" v="31" actId="20577"/>
      <pc:docMkLst>
        <pc:docMk/>
      </pc:docMkLst>
      <pc:sldChg chg="modSp">
        <pc:chgData name="Mohaiminul Islam" userId="S::mohaiminul.islam@northsouth.edu::b8c578dd-123e-4080-8513-c25e2f552200" providerId="AD" clId="Web-{FF1A85B3-E0A6-85C3-F4C3-EBB7C1676B57}" dt="2026-06-20T04:31:27.838" v="16" actId="20577"/>
        <pc:sldMkLst>
          <pc:docMk/>
          <pc:sldMk cId="0" sldId="256"/>
        </pc:sldMkLst>
        <pc:spChg chg="mod">
          <ac:chgData name="Mohaiminul Islam" userId="S::mohaiminul.islam@northsouth.edu::b8c578dd-123e-4080-8513-c25e2f552200" providerId="AD" clId="Web-{FF1A85B3-E0A6-85C3-F4C3-EBB7C1676B57}" dt="2026-06-20T04:31:27.838" v="16" actId="20577"/>
          <ac:spMkLst>
            <pc:docMk/>
            <pc:sldMk cId="0" sldId="256"/>
            <ac:spMk id="98" creationId="{00000000-0000-0000-0000-000000000000}"/>
          </ac:spMkLst>
        </pc:spChg>
      </pc:sldChg>
    </pc:docChg>
  </pc:docChgLst>
  <pc:docChgLst>
    <pc:chgData name="Mohaiminul Islam" userId="S::mohaiminul.islam@northsouth.edu::b8c578dd-123e-4080-8513-c25e2f552200" providerId="AD" clId="Web-{9CE51FA1-9EFF-CE31-0C9C-FF6A59759864}"/>
    <pc:docChg chg="addSld delSld modSld sldOrd">
      <pc:chgData name="Mohaiminul Islam" userId="S::mohaiminul.islam@northsouth.edu::b8c578dd-123e-4080-8513-c25e2f552200" providerId="AD" clId="Web-{9CE51FA1-9EFF-CE31-0C9C-FF6A59759864}" dt="2026-07-04T00:44:24.618" v="1969" actId="20577"/>
      <pc:docMkLst>
        <pc:docMk/>
      </pc:docMkLst>
      <pc:sldChg chg="modSp">
        <pc:chgData name="Mohaiminul Islam" userId="S::mohaiminul.islam@northsouth.edu::b8c578dd-123e-4080-8513-c25e2f552200" providerId="AD" clId="Web-{9CE51FA1-9EFF-CE31-0C9C-FF6A59759864}" dt="2026-07-03T16:25:46.573" v="10" actId="20577"/>
        <pc:sldMkLst>
          <pc:docMk/>
          <pc:sldMk cId="0" sldId="258"/>
        </pc:sldMkLst>
        <pc:spChg chg="mod">
          <ac:chgData name="Mohaiminul Islam" userId="S::mohaiminul.islam@northsouth.edu::b8c578dd-123e-4080-8513-c25e2f552200" providerId="AD" clId="Web-{9CE51FA1-9EFF-CE31-0C9C-FF6A59759864}" dt="2026-07-03T16:25:46.573" v="10" actId="20577"/>
          <ac:spMkLst>
            <pc:docMk/>
            <pc:sldMk cId="0" sldId="258"/>
            <ac:spMk id="111" creationId="{00000000-0000-0000-0000-000000000000}"/>
          </ac:spMkLst>
        </pc:spChg>
      </pc:sldChg>
      <pc:sldChg chg="del">
        <pc:chgData name="Mohaiminul Islam" userId="S::mohaiminul.islam@northsouth.edu::b8c578dd-123e-4080-8513-c25e2f552200" providerId="AD" clId="Web-{9CE51FA1-9EFF-CE31-0C9C-FF6A59759864}" dt="2026-07-03T16:25:02.430" v="6"/>
        <pc:sldMkLst>
          <pc:docMk/>
          <pc:sldMk cId="4129905145" sldId="333"/>
        </pc:sldMkLst>
      </pc:sldChg>
      <pc:sldChg chg="del">
        <pc:chgData name="Mohaiminul Islam" userId="S::mohaiminul.islam@northsouth.edu::b8c578dd-123e-4080-8513-c25e2f552200" providerId="AD" clId="Web-{9CE51FA1-9EFF-CE31-0C9C-FF6A59759864}" dt="2026-07-03T16:28:28.128" v="70"/>
        <pc:sldMkLst>
          <pc:docMk/>
          <pc:sldMk cId="1819030886" sldId="342"/>
        </pc:sldMkLst>
      </pc:sldChg>
      <pc:sldChg chg="del">
        <pc:chgData name="Mohaiminul Islam" userId="S::mohaiminul.islam@northsouth.edu::b8c578dd-123e-4080-8513-c25e2f552200" providerId="AD" clId="Web-{9CE51FA1-9EFF-CE31-0C9C-FF6A59759864}" dt="2026-07-03T16:28:30.800" v="72"/>
        <pc:sldMkLst>
          <pc:docMk/>
          <pc:sldMk cId="647366718" sldId="343"/>
        </pc:sldMkLst>
      </pc:sldChg>
      <pc:sldChg chg="del">
        <pc:chgData name="Mohaiminul Islam" userId="S::mohaiminul.islam@northsouth.edu::b8c578dd-123e-4080-8513-c25e2f552200" providerId="AD" clId="Web-{9CE51FA1-9EFF-CE31-0C9C-FF6A59759864}" dt="2026-07-03T16:28:29.909" v="71"/>
        <pc:sldMkLst>
          <pc:docMk/>
          <pc:sldMk cId="3846085967" sldId="344"/>
        </pc:sldMkLst>
      </pc:sldChg>
      <pc:sldChg chg="del">
        <pc:chgData name="Mohaiminul Islam" userId="S::mohaiminul.islam@northsouth.edu::b8c578dd-123e-4080-8513-c25e2f552200" providerId="AD" clId="Web-{9CE51FA1-9EFF-CE31-0C9C-FF6A59759864}" dt="2026-07-03T16:28:36.566" v="79"/>
        <pc:sldMkLst>
          <pc:docMk/>
          <pc:sldMk cId="1567810275" sldId="345"/>
        </pc:sldMkLst>
      </pc:sldChg>
      <pc:sldChg chg="del">
        <pc:chgData name="Mohaiminul Islam" userId="S::mohaiminul.islam@northsouth.edu::b8c578dd-123e-4080-8513-c25e2f552200" providerId="AD" clId="Web-{9CE51FA1-9EFF-CE31-0C9C-FF6A59759864}" dt="2026-07-03T16:28:32.378" v="74"/>
        <pc:sldMkLst>
          <pc:docMk/>
          <pc:sldMk cId="430539695" sldId="346"/>
        </pc:sldMkLst>
      </pc:sldChg>
      <pc:sldChg chg="del">
        <pc:chgData name="Mohaiminul Islam" userId="S::mohaiminul.islam@northsouth.edu::b8c578dd-123e-4080-8513-c25e2f552200" providerId="AD" clId="Web-{9CE51FA1-9EFF-CE31-0C9C-FF6A59759864}" dt="2026-07-03T16:28:31.644" v="73"/>
        <pc:sldMkLst>
          <pc:docMk/>
          <pc:sldMk cId="3591413827" sldId="347"/>
        </pc:sldMkLst>
      </pc:sldChg>
      <pc:sldChg chg="del">
        <pc:chgData name="Mohaiminul Islam" userId="S::mohaiminul.islam@northsouth.edu::b8c578dd-123e-4080-8513-c25e2f552200" providerId="AD" clId="Web-{9CE51FA1-9EFF-CE31-0C9C-FF6A59759864}" dt="2026-07-03T16:28:33.425" v="75"/>
        <pc:sldMkLst>
          <pc:docMk/>
          <pc:sldMk cId="915872381" sldId="348"/>
        </pc:sldMkLst>
      </pc:sldChg>
      <pc:sldChg chg="del">
        <pc:chgData name="Mohaiminul Islam" userId="S::mohaiminul.islam@northsouth.edu::b8c578dd-123e-4080-8513-c25e2f552200" providerId="AD" clId="Web-{9CE51FA1-9EFF-CE31-0C9C-FF6A59759864}" dt="2026-07-03T16:28:33.441" v="76"/>
        <pc:sldMkLst>
          <pc:docMk/>
          <pc:sldMk cId="2427303548" sldId="349"/>
        </pc:sldMkLst>
      </pc:sldChg>
      <pc:sldChg chg="del">
        <pc:chgData name="Mohaiminul Islam" userId="S::mohaiminul.islam@northsouth.edu::b8c578dd-123e-4080-8513-c25e2f552200" providerId="AD" clId="Web-{9CE51FA1-9EFF-CE31-0C9C-FF6A59759864}" dt="2026-07-03T16:28:33.956" v="77"/>
        <pc:sldMkLst>
          <pc:docMk/>
          <pc:sldMk cId="684957228" sldId="350"/>
        </pc:sldMkLst>
      </pc:sldChg>
      <pc:sldChg chg="del">
        <pc:chgData name="Mohaiminul Islam" userId="S::mohaiminul.islam@northsouth.edu::b8c578dd-123e-4080-8513-c25e2f552200" providerId="AD" clId="Web-{9CE51FA1-9EFF-CE31-0C9C-FF6A59759864}" dt="2026-07-03T16:28:34.644" v="78"/>
        <pc:sldMkLst>
          <pc:docMk/>
          <pc:sldMk cId="2384055197" sldId="351"/>
        </pc:sldMkLst>
      </pc:sldChg>
      <pc:sldChg chg="del">
        <pc:chgData name="Mohaiminul Islam" userId="S::mohaiminul.islam@northsouth.edu::b8c578dd-123e-4080-8513-c25e2f552200" providerId="AD" clId="Web-{9CE51FA1-9EFF-CE31-0C9C-FF6A59759864}" dt="2026-07-03T16:28:36.581" v="80"/>
        <pc:sldMkLst>
          <pc:docMk/>
          <pc:sldMk cId="1838946405" sldId="352"/>
        </pc:sldMkLst>
      </pc:sldChg>
      <pc:sldChg chg="modSp del">
        <pc:chgData name="Mohaiminul Islam" userId="S::mohaiminul.islam@northsouth.edu::b8c578dd-123e-4080-8513-c25e2f552200" providerId="AD" clId="Web-{9CE51FA1-9EFF-CE31-0C9C-FF6A59759864}" dt="2026-07-03T16:25:00.383" v="5"/>
        <pc:sldMkLst>
          <pc:docMk/>
          <pc:sldMk cId="3503372154" sldId="353"/>
        </pc:sldMkLst>
        <pc:spChg chg="mod">
          <ac:chgData name="Mohaiminul Islam" userId="S::mohaiminul.islam@northsouth.edu::b8c578dd-123e-4080-8513-c25e2f552200" providerId="AD" clId="Web-{9CE51FA1-9EFF-CE31-0C9C-FF6A59759864}" dt="2026-07-03T16:24:47.758" v="4" actId="20577"/>
          <ac:spMkLst>
            <pc:docMk/>
            <pc:sldMk cId="3503372154" sldId="353"/>
            <ac:spMk id="2" creationId="{72D5BAB2-36E8-199F-8365-9F620DB28153}"/>
          </ac:spMkLst>
        </pc:spChg>
      </pc:sldChg>
      <pc:sldChg chg="modSp">
        <pc:chgData name="Mohaiminul Islam" userId="S::mohaiminul.islam@northsouth.edu::b8c578dd-123e-4080-8513-c25e2f552200" providerId="AD" clId="Web-{9CE51FA1-9EFF-CE31-0C9C-FF6A59759864}" dt="2026-07-03T16:28:07.987" v="69" actId="1076"/>
        <pc:sldMkLst>
          <pc:docMk/>
          <pc:sldMk cId="114667221" sldId="354"/>
        </pc:sldMkLst>
        <pc:spChg chg="mod">
          <ac:chgData name="Mohaiminul Islam" userId="S::mohaiminul.islam@northsouth.edu::b8c578dd-123e-4080-8513-c25e2f552200" providerId="AD" clId="Web-{9CE51FA1-9EFF-CE31-0C9C-FF6A59759864}" dt="2026-07-03T16:28:07.987" v="69" actId="1076"/>
          <ac:spMkLst>
            <pc:docMk/>
            <pc:sldMk cId="114667221" sldId="354"/>
            <ac:spMk id="12" creationId="{4F071D38-083D-6DF8-BCA9-41816D9A4F53}"/>
          </ac:spMkLst>
        </pc:spChg>
      </pc:sldChg>
      <pc:sldChg chg="modSp ord">
        <pc:chgData name="Mohaiminul Islam" userId="S::mohaiminul.islam@northsouth.edu::b8c578dd-123e-4080-8513-c25e2f552200" providerId="AD" clId="Web-{9CE51FA1-9EFF-CE31-0C9C-FF6A59759864}" dt="2026-07-04T00:07:56.510" v="1168" actId="1076"/>
        <pc:sldMkLst>
          <pc:docMk/>
          <pc:sldMk cId="1768780117" sldId="356"/>
        </pc:sldMkLst>
        <pc:spChg chg="mod">
          <ac:chgData name="Mohaiminul Islam" userId="S::mohaiminul.islam@northsouth.edu::b8c578dd-123e-4080-8513-c25e2f552200" providerId="AD" clId="Web-{9CE51FA1-9EFF-CE31-0C9C-FF6A59759864}" dt="2026-07-04T00:07:56.510" v="1168" actId="1076"/>
          <ac:spMkLst>
            <pc:docMk/>
            <pc:sldMk cId="1768780117" sldId="356"/>
            <ac:spMk id="4" creationId="{3DE086D1-84F6-9084-E1A6-B0EFA371D667}"/>
          </ac:spMkLst>
        </pc:spChg>
        <pc:spChg chg="mod">
          <ac:chgData name="Mohaiminul Islam" userId="S::mohaiminul.islam@northsouth.edu::b8c578dd-123e-4080-8513-c25e2f552200" providerId="AD" clId="Web-{9CE51FA1-9EFF-CE31-0C9C-FF6A59759864}" dt="2026-07-03T18:11:36.496" v="321" actId="20577"/>
          <ac:spMkLst>
            <pc:docMk/>
            <pc:sldMk cId="1768780117" sldId="356"/>
            <ac:spMk id="110" creationId="{237B70EB-4821-4B1F-1F75-B8279E04E82D}"/>
          </ac:spMkLst>
        </pc:spChg>
        <pc:spChg chg="mod">
          <ac:chgData name="Mohaiminul Islam" userId="S::mohaiminul.islam@northsouth.edu::b8c578dd-123e-4080-8513-c25e2f552200" providerId="AD" clId="Web-{9CE51FA1-9EFF-CE31-0C9C-FF6A59759864}" dt="2026-07-03T18:09:53.663" v="315" actId="20577"/>
          <ac:spMkLst>
            <pc:docMk/>
            <pc:sldMk cId="1768780117" sldId="356"/>
            <ac:spMk id="111" creationId="{04017703-73C6-839E-17F5-5B092ED0081E}"/>
          </ac:spMkLst>
        </pc:spChg>
      </pc:sldChg>
      <pc:sldChg chg="modSp">
        <pc:chgData name="Mohaiminul Islam" userId="S::mohaiminul.islam@northsouth.edu::b8c578dd-123e-4080-8513-c25e2f552200" providerId="AD" clId="Web-{9CE51FA1-9EFF-CE31-0C9C-FF6A59759864}" dt="2026-07-03T16:25:10.071" v="8" actId="20577"/>
        <pc:sldMkLst>
          <pc:docMk/>
          <pc:sldMk cId="2606482621" sldId="357"/>
        </pc:sldMkLst>
        <pc:spChg chg="mod">
          <ac:chgData name="Mohaiminul Islam" userId="S::mohaiminul.islam@northsouth.edu::b8c578dd-123e-4080-8513-c25e2f552200" providerId="AD" clId="Web-{9CE51FA1-9EFF-CE31-0C9C-FF6A59759864}" dt="2026-07-03T16:25:10.071" v="8" actId="20577"/>
          <ac:spMkLst>
            <pc:docMk/>
            <pc:sldMk cId="2606482621" sldId="357"/>
            <ac:spMk id="110" creationId="{4D46D5CB-AD7A-A844-83AF-D4566CCA7959}"/>
          </ac:spMkLst>
        </pc:spChg>
      </pc:sldChg>
      <pc:sldChg chg="modSp add replId">
        <pc:chgData name="Mohaiminul Islam" userId="S::mohaiminul.islam@northsouth.edu::b8c578dd-123e-4080-8513-c25e2f552200" providerId="AD" clId="Web-{9CE51FA1-9EFF-CE31-0C9C-FF6A59759864}" dt="2026-07-03T23:56:33.205" v="1062" actId="20577"/>
        <pc:sldMkLst>
          <pc:docMk/>
          <pc:sldMk cId="742880486" sldId="358"/>
        </pc:sldMkLst>
        <pc:spChg chg="mod">
          <ac:chgData name="Mohaiminul Islam" userId="S::mohaiminul.islam@northsouth.edu::b8c578dd-123e-4080-8513-c25e2f552200" providerId="AD" clId="Web-{9CE51FA1-9EFF-CE31-0C9C-FF6A59759864}" dt="2026-07-03T23:56:02.798" v="1038" actId="14100"/>
          <ac:spMkLst>
            <pc:docMk/>
            <pc:sldMk cId="742880486" sldId="358"/>
            <ac:spMk id="2" creationId="{810EA9ED-D560-34A2-7F64-75265CCD678B}"/>
          </ac:spMkLst>
        </pc:spChg>
        <pc:spChg chg="mod">
          <ac:chgData name="Mohaiminul Islam" userId="S::mohaiminul.islam@northsouth.edu::b8c578dd-123e-4080-8513-c25e2f552200" providerId="AD" clId="Web-{9CE51FA1-9EFF-CE31-0C9C-FF6A59759864}" dt="2026-07-03T23:56:33.205" v="1062" actId="20577"/>
          <ac:spMkLst>
            <pc:docMk/>
            <pc:sldMk cId="742880486" sldId="358"/>
            <ac:spMk id="111" creationId="{4E266C68-E107-5ED2-5670-3050B1BF600B}"/>
          </ac:spMkLst>
        </pc:spChg>
      </pc:sldChg>
      <pc:sldChg chg="addSp modSp add replId">
        <pc:chgData name="Mohaiminul Islam" userId="S::mohaiminul.islam@northsouth.edu::b8c578dd-123e-4080-8513-c25e2f552200" providerId="AD" clId="Web-{9CE51FA1-9EFF-CE31-0C9C-FF6A59759864}" dt="2026-07-04T00:07:32.962" v="1164" actId="1076"/>
        <pc:sldMkLst>
          <pc:docMk/>
          <pc:sldMk cId="4249585062" sldId="359"/>
        </pc:sldMkLst>
        <pc:spChg chg="add mod">
          <ac:chgData name="Mohaiminul Islam" userId="S::mohaiminul.islam@northsouth.edu::b8c578dd-123e-4080-8513-c25e2f552200" providerId="AD" clId="Web-{9CE51FA1-9EFF-CE31-0C9C-FF6A59759864}" dt="2026-07-03T18:21:41.274" v="502" actId="1076"/>
          <ac:spMkLst>
            <pc:docMk/>
            <pc:sldMk cId="4249585062" sldId="359"/>
            <ac:spMk id="2" creationId="{76D0B56F-6112-F3AD-C8F6-4C3B43DD5BE9}"/>
          </ac:spMkLst>
        </pc:spChg>
        <pc:spChg chg="mod">
          <ac:chgData name="Mohaiminul Islam" userId="S::mohaiminul.islam@northsouth.edu::b8c578dd-123e-4080-8513-c25e2f552200" providerId="AD" clId="Web-{9CE51FA1-9EFF-CE31-0C9C-FF6A59759864}" dt="2026-07-04T00:07:32.962" v="1164" actId="1076"/>
          <ac:spMkLst>
            <pc:docMk/>
            <pc:sldMk cId="4249585062" sldId="359"/>
            <ac:spMk id="4" creationId="{3BD5D33D-44FC-C098-B922-285FB079846E}"/>
          </ac:spMkLst>
        </pc:spChg>
        <pc:spChg chg="mod">
          <ac:chgData name="Mohaiminul Islam" userId="S::mohaiminul.islam@northsouth.edu::b8c578dd-123e-4080-8513-c25e2f552200" providerId="AD" clId="Web-{9CE51FA1-9EFF-CE31-0C9C-FF6A59759864}" dt="2026-07-03T18:11:26.995" v="318" actId="20577"/>
          <ac:spMkLst>
            <pc:docMk/>
            <pc:sldMk cId="4249585062" sldId="359"/>
            <ac:spMk id="110" creationId="{F923B3F5-A52A-3C2B-6137-8C2FBDAC9D19}"/>
          </ac:spMkLst>
        </pc:spChg>
        <pc:spChg chg="mod">
          <ac:chgData name="Mohaiminul Islam" userId="S::mohaiminul.islam@northsouth.edu::b8c578dd-123e-4080-8513-c25e2f552200" providerId="AD" clId="Web-{9CE51FA1-9EFF-CE31-0C9C-FF6A59759864}" dt="2026-07-03T18:08:44.973" v="306" actId="20577"/>
          <ac:spMkLst>
            <pc:docMk/>
            <pc:sldMk cId="4249585062" sldId="359"/>
            <ac:spMk id="111" creationId="{4D0A3262-DBD1-A1CD-1292-3D3F265C06DF}"/>
          </ac:spMkLst>
        </pc:spChg>
        <pc:cxnChg chg="add mod">
          <ac:chgData name="Mohaiminul Islam" userId="S::mohaiminul.islam@northsouth.edu::b8c578dd-123e-4080-8513-c25e2f552200" providerId="AD" clId="Web-{9CE51FA1-9EFF-CE31-0C9C-FF6A59759864}" dt="2026-07-03T18:21:55.149" v="504" actId="1076"/>
          <ac:cxnSpMkLst>
            <pc:docMk/>
            <pc:sldMk cId="4249585062" sldId="359"/>
            <ac:cxnSpMk id="3" creationId="{9A319AE9-205E-FD8F-B0F8-1370E2A48CC1}"/>
          </ac:cxnSpMkLst>
        </pc:cxnChg>
      </pc:sldChg>
      <pc:sldChg chg="addSp delSp modSp add replId">
        <pc:chgData name="Mohaiminul Islam" userId="S::mohaiminul.islam@northsouth.edu::b8c578dd-123e-4080-8513-c25e2f552200" providerId="AD" clId="Web-{9CE51FA1-9EFF-CE31-0C9C-FF6A59759864}" dt="2026-07-04T00:01:38.122" v="1083" actId="20577"/>
        <pc:sldMkLst>
          <pc:docMk/>
          <pc:sldMk cId="1203622231" sldId="360"/>
        </pc:sldMkLst>
        <pc:spChg chg="add mod ord">
          <ac:chgData name="Mohaiminul Islam" userId="S::mohaiminul.islam@northsouth.edu::b8c578dd-123e-4080-8513-c25e2f552200" providerId="AD" clId="Web-{9CE51FA1-9EFF-CE31-0C9C-FF6A59759864}" dt="2026-07-03T23:44:25.243" v="908"/>
          <ac:spMkLst>
            <pc:docMk/>
            <pc:sldMk cId="1203622231" sldId="360"/>
            <ac:spMk id="2" creationId="{F33B60EE-C72A-C4B8-C713-A076E4497BC6}"/>
          </ac:spMkLst>
        </pc:spChg>
        <pc:spChg chg="add mod">
          <ac:chgData name="Mohaiminul Islam" userId="S::mohaiminul.islam@northsouth.edu::b8c578dd-123e-4080-8513-c25e2f552200" providerId="AD" clId="Web-{9CE51FA1-9EFF-CE31-0C9C-FF6A59759864}" dt="2026-07-03T18:16:10.777" v="413" actId="14100"/>
          <ac:spMkLst>
            <pc:docMk/>
            <pc:sldMk cId="1203622231" sldId="360"/>
            <ac:spMk id="3" creationId="{DED6D55A-6997-13C2-A7A9-74D63A33FF4F}"/>
          </ac:spMkLst>
        </pc:spChg>
        <pc:spChg chg="mod">
          <ac:chgData name="Mohaiminul Islam" userId="S::mohaiminul.islam@northsouth.edu::b8c578dd-123e-4080-8513-c25e2f552200" providerId="AD" clId="Web-{9CE51FA1-9EFF-CE31-0C9C-FF6A59759864}" dt="2026-07-04T00:01:38.122" v="1083" actId="20577"/>
          <ac:spMkLst>
            <pc:docMk/>
            <pc:sldMk cId="1203622231" sldId="360"/>
            <ac:spMk id="4" creationId="{CFFB8819-B08A-6ACF-D1F0-23D99922A6D7}"/>
          </ac:spMkLst>
        </pc:spChg>
        <pc:spChg chg="add del">
          <ac:chgData name="Mohaiminul Islam" userId="S::mohaiminul.islam@northsouth.edu::b8c578dd-123e-4080-8513-c25e2f552200" providerId="AD" clId="Web-{9CE51FA1-9EFF-CE31-0C9C-FF6A59759864}" dt="2026-07-03T18:15:36.432" v="406"/>
          <ac:spMkLst>
            <pc:docMk/>
            <pc:sldMk cId="1203622231" sldId="360"/>
            <ac:spMk id="6" creationId="{73812A3E-3D25-7689-D91E-3EC17893340E}"/>
          </ac:spMkLst>
        </pc:spChg>
        <pc:spChg chg="add mod">
          <ac:chgData name="Mohaiminul Islam" userId="S::mohaiminul.islam@northsouth.edu::b8c578dd-123e-4080-8513-c25e2f552200" providerId="AD" clId="Web-{9CE51FA1-9EFF-CE31-0C9C-FF6A59759864}" dt="2026-07-03T18:17:21.953" v="432" actId="14100"/>
          <ac:spMkLst>
            <pc:docMk/>
            <pc:sldMk cId="1203622231" sldId="360"/>
            <ac:spMk id="7" creationId="{9C56D498-58A0-3B53-1E9D-CD9D2D03D4C0}"/>
          </ac:spMkLst>
        </pc:spChg>
        <pc:spChg chg="add del">
          <ac:chgData name="Mohaiminul Islam" userId="S::mohaiminul.islam@northsouth.edu::b8c578dd-123e-4080-8513-c25e2f552200" providerId="AD" clId="Web-{9CE51FA1-9EFF-CE31-0C9C-FF6A59759864}" dt="2026-07-03T18:17:31.140" v="434"/>
          <ac:spMkLst>
            <pc:docMk/>
            <pc:sldMk cId="1203622231" sldId="360"/>
            <ac:spMk id="9" creationId="{1E92E8C8-181D-FD8A-D330-B863D3C5CF66}"/>
          </ac:spMkLst>
        </pc:spChg>
        <pc:spChg chg="add mod">
          <ac:chgData name="Mohaiminul Islam" userId="S::mohaiminul.islam@northsouth.edu::b8c578dd-123e-4080-8513-c25e2f552200" providerId="AD" clId="Web-{9CE51FA1-9EFF-CE31-0C9C-FF6A59759864}" dt="2026-07-03T23:42:55.475" v="895"/>
          <ac:spMkLst>
            <pc:docMk/>
            <pc:sldMk cId="1203622231" sldId="360"/>
            <ac:spMk id="10" creationId="{10712C72-60D3-7BA3-E3FD-172D5FEFAB03}"/>
          </ac:spMkLst>
        </pc:spChg>
        <pc:spChg chg="add del">
          <ac:chgData name="Mohaiminul Islam" userId="S::mohaiminul.islam@northsouth.edu::b8c578dd-123e-4080-8513-c25e2f552200" providerId="AD" clId="Web-{9CE51FA1-9EFF-CE31-0C9C-FF6A59759864}" dt="2026-07-03T18:18:22.767" v="440"/>
          <ac:spMkLst>
            <pc:docMk/>
            <pc:sldMk cId="1203622231" sldId="360"/>
            <ac:spMk id="12" creationId="{27E74F3A-7A44-A6F0-DCBC-DCACF0BDE14F}"/>
          </ac:spMkLst>
        </pc:spChg>
        <pc:spChg chg="add mod">
          <ac:chgData name="Mohaiminul Islam" userId="S::mohaiminul.islam@northsouth.edu::b8c578dd-123e-4080-8513-c25e2f552200" providerId="AD" clId="Web-{9CE51FA1-9EFF-CE31-0C9C-FF6A59759864}" dt="2026-07-03T23:43:15.241" v="896"/>
          <ac:spMkLst>
            <pc:docMk/>
            <pc:sldMk cId="1203622231" sldId="360"/>
            <ac:spMk id="13" creationId="{CB25AC4D-9B60-9FC3-A305-27BC3DF10119}"/>
          </ac:spMkLst>
        </pc:spChg>
        <pc:spChg chg="add mod">
          <ac:chgData name="Mohaiminul Islam" userId="S::mohaiminul.islam@northsouth.edu::b8c578dd-123e-4080-8513-c25e2f552200" providerId="AD" clId="Web-{9CE51FA1-9EFF-CE31-0C9C-FF6A59759864}" dt="2026-07-03T23:44:14.821" v="905"/>
          <ac:spMkLst>
            <pc:docMk/>
            <pc:sldMk cId="1203622231" sldId="360"/>
            <ac:spMk id="14" creationId="{98CA3294-0B41-AB0D-C226-AE1416A47A06}"/>
          </ac:spMkLst>
        </pc:spChg>
        <pc:spChg chg="add mod">
          <ac:chgData name="Mohaiminul Islam" userId="S::mohaiminul.islam@northsouth.edu::b8c578dd-123e-4080-8513-c25e2f552200" providerId="AD" clId="Web-{9CE51FA1-9EFF-CE31-0C9C-FF6A59759864}" dt="2026-07-03T23:44:15.227" v="906"/>
          <ac:spMkLst>
            <pc:docMk/>
            <pc:sldMk cId="1203622231" sldId="360"/>
            <ac:spMk id="15" creationId="{08CF4E29-BE22-6E2B-BA9B-6597C4244557}"/>
          </ac:spMkLst>
        </pc:spChg>
        <pc:spChg chg="add mod">
          <ac:chgData name="Mohaiminul Islam" userId="S::mohaiminul.islam@northsouth.edu::b8c578dd-123e-4080-8513-c25e2f552200" providerId="AD" clId="Web-{9CE51FA1-9EFF-CE31-0C9C-FF6A59759864}" dt="2026-07-03T18:20:17.411" v="471" actId="14100"/>
          <ac:spMkLst>
            <pc:docMk/>
            <pc:sldMk cId="1203622231" sldId="360"/>
            <ac:spMk id="16" creationId="{526162A9-DCDD-8616-A423-F4A46B994E95}"/>
          </ac:spMkLst>
        </pc:spChg>
        <pc:spChg chg="mod">
          <ac:chgData name="Mohaiminul Islam" userId="S::mohaiminul.islam@northsouth.edu::b8c578dd-123e-4080-8513-c25e2f552200" providerId="AD" clId="Web-{9CE51FA1-9EFF-CE31-0C9C-FF6A59759864}" dt="2026-07-03T18:11:42.027" v="323" actId="20577"/>
          <ac:spMkLst>
            <pc:docMk/>
            <pc:sldMk cId="1203622231" sldId="360"/>
            <ac:spMk id="110" creationId="{034130E0-8A04-3014-EF47-C436A3782E2A}"/>
          </ac:spMkLst>
        </pc:spChg>
        <pc:spChg chg="mod">
          <ac:chgData name="Mohaiminul Islam" userId="S::mohaiminul.islam@northsouth.edu::b8c578dd-123e-4080-8513-c25e2f552200" providerId="AD" clId="Web-{9CE51FA1-9EFF-CE31-0C9C-FF6A59759864}" dt="2026-07-03T18:20:47.397" v="500" actId="20577"/>
          <ac:spMkLst>
            <pc:docMk/>
            <pc:sldMk cId="1203622231" sldId="360"/>
            <ac:spMk id="111" creationId="{8BC9D612-9F11-4AB8-221D-D1474148E4AA}"/>
          </ac:spMkLst>
        </pc:spChg>
      </pc:sldChg>
      <pc:sldChg chg="delSp modSp add ord replId">
        <pc:chgData name="Mohaiminul Islam" userId="S::mohaiminul.islam@northsouth.edu::b8c578dd-123e-4080-8513-c25e2f552200" providerId="AD" clId="Web-{9CE51FA1-9EFF-CE31-0C9C-FF6A59759864}" dt="2026-07-04T00:06:55.914" v="1155"/>
        <pc:sldMkLst>
          <pc:docMk/>
          <pc:sldMk cId="4163582909" sldId="361"/>
        </pc:sldMkLst>
        <pc:spChg chg="del mod">
          <ac:chgData name="Mohaiminul Islam" userId="S::mohaiminul.islam@northsouth.edu::b8c578dd-123e-4080-8513-c25e2f552200" providerId="AD" clId="Web-{9CE51FA1-9EFF-CE31-0C9C-FF6A59759864}" dt="2026-07-03T23:27:16.422" v="691"/>
          <ac:spMkLst>
            <pc:docMk/>
            <pc:sldMk cId="4163582909" sldId="361"/>
            <ac:spMk id="2" creationId="{687FF243-D688-B263-F244-8E06396C4292}"/>
          </ac:spMkLst>
        </pc:spChg>
        <pc:spChg chg="del mod">
          <ac:chgData name="Mohaiminul Islam" userId="S::mohaiminul.islam@northsouth.edu::b8c578dd-123e-4080-8513-c25e2f552200" providerId="AD" clId="Web-{9CE51FA1-9EFF-CE31-0C9C-FF6A59759864}" dt="2026-07-04T00:06:55.914" v="1155"/>
          <ac:spMkLst>
            <pc:docMk/>
            <pc:sldMk cId="4163582909" sldId="361"/>
            <ac:spMk id="4" creationId="{C5F9179F-1C56-26AE-444E-FD1101C2197C}"/>
          </ac:spMkLst>
        </pc:spChg>
        <pc:spChg chg="mod">
          <ac:chgData name="Mohaiminul Islam" userId="S::mohaiminul.islam@northsouth.edu::b8c578dd-123e-4080-8513-c25e2f552200" providerId="AD" clId="Web-{9CE51FA1-9EFF-CE31-0C9C-FF6A59759864}" dt="2026-07-03T23:22:22.178" v="563" actId="20577"/>
          <ac:spMkLst>
            <pc:docMk/>
            <pc:sldMk cId="4163582909" sldId="361"/>
            <ac:spMk id="110" creationId="{7E868F66-2AD9-67D5-888C-1007B476616A}"/>
          </ac:spMkLst>
        </pc:spChg>
        <pc:spChg chg="mod">
          <ac:chgData name="Mohaiminul Islam" userId="S::mohaiminul.islam@northsouth.edu::b8c578dd-123e-4080-8513-c25e2f552200" providerId="AD" clId="Web-{9CE51FA1-9EFF-CE31-0C9C-FF6A59759864}" dt="2026-07-03T23:27:02.765" v="689" actId="20577"/>
          <ac:spMkLst>
            <pc:docMk/>
            <pc:sldMk cId="4163582909" sldId="361"/>
            <ac:spMk id="111" creationId="{87E7771F-0212-496C-74E3-D1FE2D8802FB}"/>
          </ac:spMkLst>
        </pc:spChg>
        <pc:cxnChg chg="del">
          <ac:chgData name="Mohaiminul Islam" userId="S::mohaiminul.islam@northsouth.edu::b8c578dd-123e-4080-8513-c25e2f552200" providerId="AD" clId="Web-{9CE51FA1-9EFF-CE31-0C9C-FF6A59759864}" dt="2026-07-03T23:37:34.709" v="812"/>
          <ac:cxnSpMkLst>
            <pc:docMk/>
            <pc:sldMk cId="4163582909" sldId="361"/>
            <ac:cxnSpMk id="3" creationId="{2CFA37E0-A235-E5B2-55B1-8D433DBDA2C2}"/>
          </ac:cxnSpMkLst>
        </pc:cxnChg>
      </pc:sldChg>
      <pc:sldChg chg="addSp delSp modSp add ord replId">
        <pc:chgData name="Mohaiminul Islam" userId="S::mohaiminul.islam@northsouth.edu::b8c578dd-123e-4080-8513-c25e2f552200" providerId="AD" clId="Web-{9CE51FA1-9EFF-CE31-0C9C-FF6A59759864}" dt="2026-07-04T00:01:45.153" v="1086" actId="20577"/>
        <pc:sldMkLst>
          <pc:docMk/>
          <pc:sldMk cId="2985773119" sldId="362"/>
        </pc:sldMkLst>
        <pc:spChg chg="add del mod">
          <ac:chgData name="Mohaiminul Islam" userId="S::mohaiminul.islam@northsouth.edu::b8c578dd-123e-4080-8513-c25e2f552200" providerId="AD" clId="Web-{9CE51FA1-9EFF-CE31-0C9C-FF6A59759864}" dt="2026-07-03T23:36:49.707" v="796"/>
          <ac:spMkLst>
            <pc:docMk/>
            <pc:sldMk cId="2985773119" sldId="362"/>
            <ac:spMk id="2" creationId="{435F2490-D01E-14BF-63D4-D44C50411A55}"/>
          </ac:spMkLst>
        </pc:spChg>
        <pc:spChg chg="del mod">
          <ac:chgData name="Mohaiminul Islam" userId="S::mohaiminul.islam@northsouth.edu::b8c578dd-123e-4080-8513-c25e2f552200" providerId="AD" clId="Web-{9CE51FA1-9EFF-CE31-0C9C-FF6A59759864}" dt="2026-07-03T23:36:52.441" v="798"/>
          <ac:spMkLst>
            <pc:docMk/>
            <pc:sldMk cId="2985773119" sldId="362"/>
            <ac:spMk id="3" creationId="{35CA8FE7-3FB6-8EA4-2273-B760F183F7F2}"/>
          </ac:spMkLst>
        </pc:spChg>
        <pc:spChg chg="mod">
          <ac:chgData name="Mohaiminul Islam" userId="S::mohaiminul.islam@northsouth.edu::b8c578dd-123e-4080-8513-c25e2f552200" providerId="AD" clId="Web-{9CE51FA1-9EFF-CE31-0C9C-FF6A59759864}" dt="2026-07-04T00:01:45.153" v="1086" actId="20577"/>
          <ac:spMkLst>
            <pc:docMk/>
            <pc:sldMk cId="2985773119" sldId="362"/>
            <ac:spMk id="4" creationId="{EAA17B57-792E-6660-964F-3EA1C93EA92A}"/>
          </ac:spMkLst>
        </pc:spChg>
        <pc:spChg chg="del mod">
          <ac:chgData name="Mohaiminul Islam" userId="S::mohaiminul.islam@northsouth.edu::b8c578dd-123e-4080-8513-c25e2f552200" providerId="AD" clId="Web-{9CE51FA1-9EFF-CE31-0C9C-FF6A59759864}" dt="2026-07-03T23:36:54.692" v="800"/>
          <ac:spMkLst>
            <pc:docMk/>
            <pc:sldMk cId="2985773119" sldId="362"/>
            <ac:spMk id="7" creationId="{FFDF58B2-A9FA-94CE-A948-1C5DCB13B10E}"/>
          </ac:spMkLst>
        </pc:spChg>
        <pc:spChg chg="add del mod">
          <ac:chgData name="Mohaiminul Islam" userId="S::mohaiminul.islam@northsouth.edu::b8c578dd-123e-4080-8513-c25e2f552200" providerId="AD" clId="Web-{9CE51FA1-9EFF-CE31-0C9C-FF6A59759864}" dt="2026-07-03T23:36:52.207" v="797"/>
          <ac:spMkLst>
            <pc:docMk/>
            <pc:sldMk cId="2985773119" sldId="362"/>
            <ac:spMk id="10" creationId="{70FAB06C-AC82-5AD8-BAE9-532C1C874F70}"/>
          </ac:spMkLst>
        </pc:spChg>
        <pc:spChg chg="del mod">
          <ac:chgData name="Mohaiminul Islam" userId="S::mohaiminul.islam@northsouth.edu::b8c578dd-123e-4080-8513-c25e2f552200" providerId="AD" clId="Web-{9CE51FA1-9EFF-CE31-0C9C-FF6A59759864}" dt="2026-07-03T23:36:55.613" v="801"/>
          <ac:spMkLst>
            <pc:docMk/>
            <pc:sldMk cId="2985773119" sldId="362"/>
            <ac:spMk id="13" creationId="{061945A7-CFA8-11F7-DCC8-E45713E5FB5A}"/>
          </ac:spMkLst>
        </pc:spChg>
        <pc:spChg chg="del mod">
          <ac:chgData name="Mohaiminul Islam" userId="S::mohaiminul.islam@northsouth.edu::b8c578dd-123e-4080-8513-c25e2f552200" providerId="AD" clId="Web-{9CE51FA1-9EFF-CE31-0C9C-FF6A59759864}" dt="2026-07-03T23:36:57.160" v="803"/>
          <ac:spMkLst>
            <pc:docMk/>
            <pc:sldMk cId="2985773119" sldId="362"/>
            <ac:spMk id="14" creationId="{A9176E6F-17A0-3A27-5E0D-FCDC0C540C79}"/>
          </ac:spMkLst>
        </pc:spChg>
        <pc:spChg chg="del mod">
          <ac:chgData name="Mohaiminul Islam" userId="S::mohaiminul.islam@northsouth.edu::b8c578dd-123e-4080-8513-c25e2f552200" providerId="AD" clId="Web-{9CE51FA1-9EFF-CE31-0C9C-FF6A59759864}" dt="2026-07-03T23:36:56.379" v="802"/>
          <ac:spMkLst>
            <pc:docMk/>
            <pc:sldMk cId="2985773119" sldId="362"/>
            <ac:spMk id="15" creationId="{803E2CFE-D9E8-6CD2-B5DC-0E5373403007}"/>
          </ac:spMkLst>
        </pc:spChg>
        <pc:spChg chg="del mod">
          <ac:chgData name="Mohaiminul Islam" userId="S::mohaiminul.islam@northsouth.edu::b8c578dd-123e-4080-8513-c25e2f552200" providerId="AD" clId="Web-{9CE51FA1-9EFF-CE31-0C9C-FF6A59759864}" dt="2026-07-03T23:36:53.348" v="799"/>
          <ac:spMkLst>
            <pc:docMk/>
            <pc:sldMk cId="2985773119" sldId="362"/>
            <ac:spMk id="16" creationId="{F3413ED2-DC86-F4C7-6088-68A515095EBB}"/>
          </ac:spMkLst>
        </pc:spChg>
        <pc:spChg chg="mod">
          <ac:chgData name="Mohaiminul Islam" userId="S::mohaiminul.islam@northsouth.edu::b8c578dd-123e-4080-8513-c25e2f552200" providerId="AD" clId="Web-{9CE51FA1-9EFF-CE31-0C9C-FF6A59759864}" dt="2026-07-03T23:28:42.722" v="697" actId="20577"/>
          <ac:spMkLst>
            <pc:docMk/>
            <pc:sldMk cId="2985773119" sldId="362"/>
            <ac:spMk id="110" creationId="{55140805-4FA3-4FA2-4441-032BCD44A046}"/>
          </ac:spMkLst>
        </pc:spChg>
        <pc:spChg chg="mod">
          <ac:chgData name="Mohaiminul Islam" userId="S::mohaiminul.islam@northsouth.edu::b8c578dd-123e-4080-8513-c25e2f552200" providerId="AD" clId="Web-{9CE51FA1-9EFF-CE31-0C9C-FF6A59759864}" dt="2026-07-03T23:39:27.775" v="879" actId="20577"/>
          <ac:spMkLst>
            <pc:docMk/>
            <pc:sldMk cId="2985773119" sldId="362"/>
            <ac:spMk id="111" creationId="{89D7EE16-D3FA-EA8C-945E-134C9044395C}"/>
          </ac:spMkLst>
        </pc:spChg>
      </pc:sldChg>
      <pc:sldChg chg="addSp delSp modSp add replId">
        <pc:chgData name="Mohaiminul Islam" userId="S::mohaiminul.islam@northsouth.edu::b8c578dd-123e-4080-8513-c25e2f552200" providerId="AD" clId="Web-{9CE51FA1-9EFF-CE31-0C9C-FF6A59759864}" dt="2026-07-04T00:09:34.513" v="1178"/>
        <pc:sldMkLst>
          <pc:docMk/>
          <pc:sldMk cId="4045547519" sldId="363"/>
        </pc:sldMkLst>
        <pc:spChg chg="mod">
          <ac:chgData name="Mohaiminul Islam" userId="S::mohaiminul.islam@northsouth.edu::b8c578dd-123e-4080-8513-c25e2f552200" providerId="AD" clId="Web-{9CE51FA1-9EFF-CE31-0C9C-FF6A59759864}" dt="2026-07-03T23:39:59.401" v="883" actId="1076"/>
          <ac:spMkLst>
            <pc:docMk/>
            <pc:sldMk cId="4045547519" sldId="363"/>
            <ac:spMk id="2" creationId="{102D3A2D-35B0-3E86-8FD4-A525AF7875AE}"/>
          </ac:spMkLst>
        </pc:spChg>
        <pc:spChg chg="mod ord">
          <ac:chgData name="Mohaiminul Islam" userId="S::mohaiminul.islam@northsouth.edu::b8c578dd-123e-4080-8513-c25e2f552200" providerId="AD" clId="Web-{9CE51FA1-9EFF-CE31-0C9C-FF6A59759864}" dt="2026-07-04T00:09:34.513" v="1178"/>
          <ac:spMkLst>
            <pc:docMk/>
            <pc:sldMk cId="4045547519" sldId="363"/>
            <ac:spMk id="3" creationId="{5660A5A2-F2D2-1DB8-DF34-B976F200D8B3}"/>
          </ac:spMkLst>
        </pc:spChg>
        <pc:spChg chg="mod">
          <ac:chgData name="Mohaiminul Islam" userId="S::mohaiminul.islam@northsouth.edu::b8c578dd-123e-4080-8513-c25e2f552200" providerId="AD" clId="Web-{9CE51FA1-9EFF-CE31-0C9C-FF6A59759864}" dt="2026-07-04T00:02:06.154" v="1092" actId="20577"/>
          <ac:spMkLst>
            <pc:docMk/>
            <pc:sldMk cId="4045547519" sldId="363"/>
            <ac:spMk id="4" creationId="{AA3F36A2-6E97-717C-E70A-F3658EA32234}"/>
          </ac:spMkLst>
        </pc:spChg>
        <pc:spChg chg="add mod">
          <ac:chgData name="Mohaiminul Islam" userId="S::mohaiminul.islam@northsouth.edu::b8c578dd-123e-4080-8513-c25e2f552200" providerId="AD" clId="Web-{9CE51FA1-9EFF-CE31-0C9C-FF6A59759864}" dt="2026-07-03T23:40:57.840" v="894"/>
          <ac:spMkLst>
            <pc:docMk/>
            <pc:sldMk cId="4045547519" sldId="363"/>
            <ac:spMk id="5" creationId="{9F763074-0D9B-307C-34B1-2E706F8C3431}"/>
          </ac:spMkLst>
        </pc:spChg>
        <pc:spChg chg="mod">
          <ac:chgData name="Mohaiminul Islam" userId="S::mohaiminul.islam@northsouth.edu::b8c578dd-123e-4080-8513-c25e2f552200" providerId="AD" clId="Web-{9CE51FA1-9EFF-CE31-0C9C-FF6A59759864}" dt="2026-07-03T23:39:47.885" v="881" actId="1076"/>
          <ac:spMkLst>
            <pc:docMk/>
            <pc:sldMk cId="4045547519" sldId="363"/>
            <ac:spMk id="7" creationId="{78B1D71E-09BF-8F36-F582-25BE78C0B3B4}"/>
          </ac:spMkLst>
        </pc:spChg>
        <pc:spChg chg="mod">
          <ac:chgData name="Mohaiminul Islam" userId="S::mohaiminul.islam@northsouth.edu::b8c578dd-123e-4080-8513-c25e2f552200" providerId="AD" clId="Web-{9CE51FA1-9EFF-CE31-0C9C-FF6A59759864}" dt="2026-07-03T23:40:18.042" v="886" actId="1076"/>
          <ac:spMkLst>
            <pc:docMk/>
            <pc:sldMk cId="4045547519" sldId="363"/>
            <ac:spMk id="10" creationId="{676BFDD1-552F-D165-2AE8-AD729C687987}"/>
          </ac:spMkLst>
        </pc:spChg>
        <pc:spChg chg="mod">
          <ac:chgData name="Mohaiminul Islam" userId="S::mohaiminul.islam@northsouth.edu::b8c578dd-123e-4080-8513-c25e2f552200" providerId="AD" clId="Web-{9CE51FA1-9EFF-CE31-0C9C-FF6A59759864}" dt="2026-07-03T23:39:51.541" v="882" actId="1076"/>
          <ac:spMkLst>
            <pc:docMk/>
            <pc:sldMk cId="4045547519" sldId="363"/>
            <ac:spMk id="14" creationId="{E0A61073-9E05-BA52-FA53-54C241DCF218}"/>
          </ac:spMkLst>
        </pc:spChg>
        <pc:spChg chg="del mod">
          <ac:chgData name="Mohaiminul Islam" userId="S::mohaiminul.islam@northsouth.edu::b8c578dd-123e-4080-8513-c25e2f552200" providerId="AD" clId="Web-{9CE51FA1-9EFF-CE31-0C9C-FF6A59759864}" dt="2026-07-03T23:40:29.918" v="888"/>
          <ac:spMkLst>
            <pc:docMk/>
            <pc:sldMk cId="4045547519" sldId="363"/>
            <ac:spMk id="15" creationId="{A7631555-5FD2-2B92-4D19-8551AD7FDCCD}"/>
          </ac:spMkLst>
        </pc:spChg>
        <pc:spChg chg="mod">
          <ac:chgData name="Mohaiminul Islam" userId="S::mohaiminul.islam@northsouth.edu::b8c578dd-123e-4080-8513-c25e2f552200" providerId="AD" clId="Web-{9CE51FA1-9EFF-CE31-0C9C-FF6A59759864}" dt="2026-07-03T23:40:11.761" v="885" actId="1076"/>
          <ac:spMkLst>
            <pc:docMk/>
            <pc:sldMk cId="4045547519" sldId="363"/>
            <ac:spMk id="16" creationId="{2AEB3B47-4FA0-5343-AF47-AC6D1FCBF502}"/>
          </ac:spMkLst>
        </pc:spChg>
      </pc:sldChg>
      <pc:sldChg chg="addSp delSp modSp add ord replId">
        <pc:chgData name="Mohaiminul Islam" userId="S::mohaiminul.islam@northsouth.edu::b8c578dd-123e-4080-8513-c25e2f552200" providerId="AD" clId="Web-{9CE51FA1-9EFF-CE31-0C9C-FF6A59759864}" dt="2026-07-04T00:11:14.219" v="1208"/>
        <pc:sldMkLst>
          <pc:docMk/>
          <pc:sldMk cId="3365425650" sldId="364"/>
        </pc:sldMkLst>
        <pc:spChg chg="add mod">
          <ac:chgData name="Mohaiminul Islam" userId="S::mohaiminul.islam@northsouth.edu::b8c578dd-123e-4080-8513-c25e2f552200" providerId="AD" clId="Web-{9CE51FA1-9EFF-CE31-0C9C-FF6A59759864}" dt="2026-07-04T00:02:20.045" v="1100" actId="20577"/>
          <ac:spMkLst>
            <pc:docMk/>
            <pc:sldMk cId="3365425650" sldId="364"/>
            <ac:spMk id="2" creationId="{5A1DB11F-0192-5611-72F8-7F87D1D59BF0}"/>
          </ac:spMkLst>
        </pc:spChg>
        <pc:spChg chg="mod">
          <ac:chgData name="Mohaiminul Islam" userId="S::mohaiminul.islam@northsouth.edu::b8c578dd-123e-4080-8513-c25e2f552200" providerId="AD" clId="Web-{9CE51FA1-9EFF-CE31-0C9C-FF6A59759864}" dt="2026-07-04T00:02:14.701" v="1098" actId="20577"/>
          <ac:spMkLst>
            <pc:docMk/>
            <pc:sldMk cId="3365425650" sldId="364"/>
            <ac:spMk id="4" creationId="{A4718354-FC61-4346-7721-698B54401117}"/>
          </ac:spMkLst>
        </pc:spChg>
        <pc:spChg chg="add del mod">
          <ac:chgData name="Mohaiminul Islam" userId="S::mohaiminul.islam@northsouth.edu::b8c578dd-123e-4080-8513-c25e2f552200" providerId="AD" clId="Web-{9CE51FA1-9EFF-CE31-0C9C-FF6A59759864}" dt="2026-07-04T00:11:14.219" v="1208"/>
          <ac:spMkLst>
            <pc:docMk/>
            <pc:sldMk cId="3365425650" sldId="364"/>
            <ac:spMk id="6" creationId="{290B5D4C-7AAD-0E53-67F3-E4B6EB5F6BD6}"/>
          </ac:spMkLst>
        </pc:spChg>
        <pc:spChg chg="add del mod">
          <ac:chgData name="Mohaiminul Islam" userId="S::mohaiminul.islam@northsouth.edu::b8c578dd-123e-4080-8513-c25e2f552200" providerId="AD" clId="Web-{9CE51FA1-9EFF-CE31-0C9C-FF6A59759864}" dt="2026-07-04T00:11:10.860" v="1204"/>
          <ac:spMkLst>
            <pc:docMk/>
            <pc:sldMk cId="3365425650" sldId="364"/>
            <ac:spMk id="7" creationId="{AD05D111-6447-9CAD-80BE-0C69DA2BA4B5}"/>
          </ac:spMkLst>
        </pc:spChg>
        <pc:spChg chg="add del mod">
          <ac:chgData name="Mohaiminul Islam" userId="S::mohaiminul.islam@northsouth.edu::b8c578dd-123e-4080-8513-c25e2f552200" providerId="AD" clId="Web-{9CE51FA1-9EFF-CE31-0C9C-FF6A59759864}" dt="2026-07-04T00:11:05.438" v="1202"/>
          <ac:spMkLst>
            <pc:docMk/>
            <pc:sldMk cId="3365425650" sldId="364"/>
            <ac:spMk id="9" creationId="{BC18F2D5-25E8-4A34-C169-E8C5A98E7EA9}"/>
          </ac:spMkLst>
        </pc:spChg>
        <pc:spChg chg="add del mod">
          <ac:chgData name="Mohaiminul Islam" userId="S::mohaiminul.islam@northsouth.edu::b8c578dd-123e-4080-8513-c25e2f552200" providerId="AD" clId="Web-{9CE51FA1-9EFF-CE31-0C9C-FF6A59759864}" dt="2026-07-04T00:11:04.235" v="1200"/>
          <ac:spMkLst>
            <pc:docMk/>
            <pc:sldMk cId="3365425650" sldId="364"/>
            <ac:spMk id="11" creationId="{C8513017-5C12-A170-9561-9166AAAA2B4A}"/>
          </ac:spMkLst>
        </pc:spChg>
        <pc:spChg chg="add del mod">
          <ac:chgData name="Mohaiminul Islam" userId="S::mohaiminul.islam@northsouth.edu::b8c578dd-123e-4080-8513-c25e2f552200" providerId="AD" clId="Web-{9CE51FA1-9EFF-CE31-0C9C-FF6A59759864}" dt="2026-07-04T00:11:02.719" v="1198"/>
          <ac:spMkLst>
            <pc:docMk/>
            <pc:sldMk cId="3365425650" sldId="364"/>
            <ac:spMk id="13" creationId="{EB6A7A8C-F216-EA5A-8B63-56BC87B2710D}"/>
          </ac:spMkLst>
        </pc:spChg>
        <pc:spChg chg="add del mod">
          <ac:chgData name="Mohaiminul Islam" userId="S::mohaiminul.islam@northsouth.edu::b8c578dd-123e-4080-8513-c25e2f552200" providerId="AD" clId="Web-{9CE51FA1-9EFF-CE31-0C9C-FF6A59759864}" dt="2026-07-04T00:11:00.281" v="1196"/>
          <ac:spMkLst>
            <pc:docMk/>
            <pc:sldMk cId="3365425650" sldId="364"/>
            <ac:spMk id="15" creationId="{9456F598-9A5B-5957-FBB7-E80341F1DB5E}"/>
          </ac:spMkLst>
        </pc:spChg>
        <pc:spChg chg="mod">
          <ac:chgData name="Mohaiminul Islam" userId="S::mohaiminul.islam@northsouth.edu::b8c578dd-123e-4080-8513-c25e2f552200" providerId="AD" clId="Web-{9CE51FA1-9EFF-CE31-0C9C-FF6A59759864}" dt="2026-07-03T23:49:39.004" v="932" actId="20577"/>
          <ac:spMkLst>
            <pc:docMk/>
            <pc:sldMk cId="3365425650" sldId="364"/>
            <ac:spMk id="110" creationId="{0164BA3B-A671-CB65-2665-3C5A18A9401C}"/>
          </ac:spMkLst>
        </pc:spChg>
        <pc:spChg chg="mod">
          <ac:chgData name="Mohaiminul Islam" userId="S::mohaiminul.islam@northsouth.edu::b8c578dd-123e-4080-8513-c25e2f552200" providerId="AD" clId="Web-{9CE51FA1-9EFF-CE31-0C9C-FF6A59759864}" dt="2026-07-04T00:00:54.183" v="1078" actId="20577"/>
          <ac:spMkLst>
            <pc:docMk/>
            <pc:sldMk cId="3365425650" sldId="364"/>
            <ac:spMk id="111" creationId="{90FDFAB9-53E0-A8C9-4D00-64F8ED972CCC}"/>
          </ac:spMkLst>
        </pc:spChg>
        <pc:cxnChg chg="add mod">
          <ac:chgData name="Mohaiminul Islam" userId="S::mohaiminul.islam@northsouth.edu::b8c578dd-123e-4080-8513-c25e2f552200" providerId="AD" clId="Web-{9CE51FA1-9EFF-CE31-0C9C-FF6A59759864}" dt="2026-07-03T23:59:16.992" v="1064"/>
          <ac:cxnSpMkLst>
            <pc:docMk/>
            <pc:sldMk cId="3365425650" sldId="364"/>
            <ac:cxnSpMk id="3" creationId="{8E68AE88-EC27-D154-30BA-D5FE8F7EB46D}"/>
          </ac:cxnSpMkLst>
        </pc:cxnChg>
      </pc:sldChg>
      <pc:sldChg chg="addSp delSp modSp add ord replId">
        <pc:chgData name="Mohaiminul Islam" userId="S::mohaiminul.islam@northsouth.edu::b8c578dd-123e-4080-8513-c25e2f552200" providerId="AD" clId="Web-{9CE51FA1-9EFF-CE31-0C9C-FF6A59759864}" dt="2026-07-04T00:23:25.869" v="1341" actId="20577"/>
        <pc:sldMkLst>
          <pc:docMk/>
          <pc:sldMk cId="2690452011" sldId="365"/>
        </pc:sldMkLst>
        <pc:spChg chg="add mod">
          <ac:chgData name="Mohaiminul Islam" userId="S::mohaiminul.islam@northsouth.edu::b8c578dd-123e-4080-8513-c25e2f552200" providerId="AD" clId="Web-{9CE51FA1-9EFF-CE31-0C9C-FF6A59759864}" dt="2026-07-04T00:16:08.683" v="1320" actId="1076"/>
          <ac:spMkLst>
            <pc:docMk/>
            <pc:sldMk cId="2690452011" sldId="365"/>
            <ac:spMk id="2" creationId="{F7CD227A-4323-B4B4-9415-C8B35988FE38}"/>
          </ac:spMkLst>
        </pc:spChg>
        <pc:spChg chg="del">
          <ac:chgData name="Mohaiminul Islam" userId="S::mohaiminul.islam@northsouth.edu::b8c578dd-123e-4080-8513-c25e2f552200" providerId="AD" clId="Web-{9CE51FA1-9EFF-CE31-0C9C-FF6A59759864}" dt="2026-07-04T00:03:05.781" v="1104"/>
          <ac:spMkLst>
            <pc:docMk/>
            <pc:sldMk cId="2690452011" sldId="365"/>
            <ac:spMk id="4" creationId="{F0EE95EF-CBB6-8242-74A3-4C77BDBB65E6}"/>
          </ac:spMkLst>
        </pc:spChg>
        <pc:spChg chg="add del mod">
          <ac:chgData name="Mohaiminul Islam" userId="S::mohaiminul.islam@northsouth.edu::b8c578dd-123e-4080-8513-c25e2f552200" providerId="AD" clId="Web-{9CE51FA1-9EFF-CE31-0C9C-FF6A59759864}" dt="2026-07-04T00:13:02.036" v="1235"/>
          <ac:spMkLst>
            <pc:docMk/>
            <pc:sldMk cId="2690452011" sldId="365"/>
            <ac:spMk id="5" creationId="{D14B3F9D-87C6-675F-87AB-E9DBA662962B}"/>
          </ac:spMkLst>
        </pc:spChg>
        <pc:spChg chg="add del mod">
          <ac:chgData name="Mohaiminul Islam" userId="S::mohaiminul.islam@northsouth.edu::b8c578dd-123e-4080-8513-c25e2f552200" providerId="AD" clId="Web-{9CE51FA1-9EFF-CE31-0C9C-FF6A59759864}" dt="2026-07-04T00:13:00.895" v="1234"/>
          <ac:spMkLst>
            <pc:docMk/>
            <pc:sldMk cId="2690452011" sldId="365"/>
            <ac:spMk id="7" creationId="{F37F9B6A-1DDA-F129-FE93-EDF921DFA941}"/>
          </ac:spMkLst>
        </pc:spChg>
        <pc:spChg chg="mod">
          <ac:chgData name="Mohaiminul Islam" userId="S::mohaiminul.islam@northsouth.edu::b8c578dd-123e-4080-8513-c25e2f552200" providerId="AD" clId="Web-{9CE51FA1-9EFF-CE31-0C9C-FF6A59759864}" dt="2026-07-04T00:12:15.628" v="1226" actId="20577"/>
          <ac:spMkLst>
            <pc:docMk/>
            <pc:sldMk cId="2690452011" sldId="365"/>
            <ac:spMk id="110" creationId="{B16425C2-FE7D-FE04-E3A4-EB7E93634846}"/>
          </ac:spMkLst>
        </pc:spChg>
        <pc:spChg chg="mod">
          <ac:chgData name="Mohaiminul Islam" userId="S::mohaiminul.islam@northsouth.edu::b8c578dd-123e-4080-8513-c25e2f552200" providerId="AD" clId="Web-{9CE51FA1-9EFF-CE31-0C9C-FF6A59759864}" dt="2026-07-04T00:23:25.869" v="1341" actId="20577"/>
          <ac:spMkLst>
            <pc:docMk/>
            <pc:sldMk cId="2690452011" sldId="365"/>
            <ac:spMk id="111" creationId="{89CB6361-B7AC-FAC9-A44C-5D6491A205F4}"/>
          </ac:spMkLst>
        </pc:spChg>
      </pc:sldChg>
      <pc:sldChg chg="modSp add">
        <pc:chgData name="Mohaiminul Islam" userId="S::mohaiminul.islam@northsouth.edu::b8c578dd-123e-4080-8513-c25e2f552200" providerId="AD" clId="Web-{9CE51FA1-9EFF-CE31-0C9C-FF6A59759864}" dt="2026-07-04T00:11:51.064" v="1213" actId="14100"/>
        <pc:sldMkLst>
          <pc:docMk/>
          <pc:sldMk cId="2058194996" sldId="366"/>
        </pc:sldMkLst>
        <pc:spChg chg="mod">
          <ac:chgData name="Mohaiminul Islam" userId="S::mohaiminul.islam@northsouth.edu::b8c578dd-123e-4080-8513-c25e2f552200" providerId="AD" clId="Web-{9CE51FA1-9EFF-CE31-0C9C-FF6A59759864}" dt="2026-07-04T00:11:42.877" v="1212" actId="14100"/>
          <ac:spMkLst>
            <pc:docMk/>
            <pc:sldMk cId="2058194996" sldId="366"/>
            <ac:spMk id="6" creationId="{290B5D4C-7AAD-0E53-67F3-E4B6EB5F6BD6}"/>
          </ac:spMkLst>
        </pc:spChg>
        <pc:spChg chg="mod">
          <ac:chgData name="Mohaiminul Islam" userId="S::mohaiminul.islam@northsouth.edu::b8c578dd-123e-4080-8513-c25e2f552200" providerId="AD" clId="Web-{9CE51FA1-9EFF-CE31-0C9C-FF6A59759864}" dt="2026-07-04T00:11:51.064" v="1213" actId="14100"/>
          <ac:spMkLst>
            <pc:docMk/>
            <pc:sldMk cId="2058194996" sldId="366"/>
            <ac:spMk id="7" creationId="{AD05D111-6447-9CAD-80BE-0C69DA2BA4B5}"/>
          </ac:spMkLst>
        </pc:spChg>
      </pc:sldChg>
      <pc:sldChg chg="modSp add replId">
        <pc:chgData name="Mohaiminul Islam" userId="S::mohaiminul.islam@northsouth.edu::b8c578dd-123e-4080-8513-c25e2f552200" providerId="AD" clId="Web-{9CE51FA1-9EFF-CE31-0C9C-FF6A59759864}" dt="2026-07-04T00:24:29.637" v="1399" actId="20577"/>
        <pc:sldMkLst>
          <pc:docMk/>
          <pc:sldMk cId="355896700" sldId="367"/>
        </pc:sldMkLst>
        <pc:spChg chg="mod">
          <ac:chgData name="Mohaiminul Islam" userId="S::mohaiminul.islam@northsouth.edu::b8c578dd-123e-4080-8513-c25e2f552200" providerId="AD" clId="Web-{9CE51FA1-9EFF-CE31-0C9C-FF6A59759864}" dt="2026-07-04T00:14:10.022" v="1283" actId="1076"/>
          <ac:spMkLst>
            <pc:docMk/>
            <pc:sldMk cId="355896700" sldId="367"/>
            <ac:spMk id="2" creationId="{583D09A9-302A-59EB-9518-D7FDA95E889C}"/>
          </ac:spMkLst>
        </pc:spChg>
        <pc:spChg chg="mod">
          <ac:chgData name="Mohaiminul Islam" userId="S::mohaiminul.islam@northsouth.edu::b8c578dd-123e-4080-8513-c25e2f552200" providerId="AD" clId="Web-{9CE51FA1-9EFF-CE31-0C9C-FF6A59759864}" dt="2026-07-04T00:14:33.492" v="1286" actId="14100"/>
          <ac:spMkLst>
            <pc:docMk/>
            <pc:sldMk cId="355896700" sldId="367"/>
            <ac:spMk id="5" creationId="{31680407-5113-5DD9-AB65-22F829AE59DF}"/>
          </ac:spMkLst>
        </pc:spChg>
        <pc:spChg chg="mod">
          <ac:chgData name="Mohaiminul Islam" userId="S::mohaiminul.islam@northsouth.edu::b8c578dd-123e-4080-8513-c25e2f552200" providerId="AD" clId="Web-{9CE51FA1-9EFF-CE31-0C9C-FF6A59759864}" dt="2026-07-04T00:14:16.616" v="1284" actId="1076"/>
          <ac:spMkLst>
            <pc:docMk/>
            <pc:sldMk cId="355896700" sldId="367"/>
            <ac:spMk id="7" creationId="{63D00A20-BFF3-83DA-4DAB-2580A2B9C3CA}"/>
          </ac:spMkLst>
        </pc:spChg>
        <pc:spChg chg="mod">
          <ac:chgData name="Mohaiminul Islam" userId="S::mohaiminul.islam@northsouth.edu::b8c578dd-123e-4080-8513-c25e2f552200" providerId="AD" clId="Web-{9CE51FA1-9EFF-CE31-0C9C-FF6A59759864}" dt="2026-07-04T00:24:29.637" v="1399" actId="20577"/>
          <ac:spMkLst>
            <pc:docMk/>
            <pc:sldMk cId="355896700" sldId="367"/>
            <ac:spMk id="111" creationId="{07CA0D95-BE37-83C1-A31A-C3D2876C9125}"/>
          </ac:spMkLst>
        </pc:spChg>
      </pc:sldChg>
      <pc:sldChg chg="delSp modSp add ord replId">
        <pc:chgData name="Mohaiminul Islam" userId="S::mohaiminul.islam@northsouth.edu::b8c578dd-123e-4080-8513-c25e2f552200" providerId="AD" clId="Web-{9CE51FA1-9EFF-CE31-0C9C-FF6A59759864}" dt="2026-07-04T00:30:52.759" v="1579" actId="20577"/>
        <pc:sldMkLst>
          <pc:docMk/>
          <pc:sldMk cId="2858278964" sldId="368"/>
        </pc:sldMkLst>
        <pc:spChg chg="del mod">
          <ac:chgData name="Mohaiminul Islam" userId="S::mohaiminul.islam@northsouth.edu::b8c578dd-123e-4080-8513-c25e2f552200" providerId="AD" clId="Web-{9CE51FA1-9EFF-CE31-0C9C-FF6A59759864}" dt="2026-07-04T00:30:01.195" v="1572"/>
          <ac:spMkLst>
            <pc:docMk/>
            <pc:sldMk cId="2858278964" sldId="368"/>
            <ac:spMk id="2" creationId="{7DAA5DE7-9B67-EB79-4CE3-A60A90059EC6}"/>
          </ac:spMkLst>
        </pc:spChg>
        <pc:spChg chg="del">
          <ac:chgData name="Mohaiminul Islam" userId="S::mohaiminul.islam@northsouth.edu::b8c578dd-123e-4080-8513-c25e2f552200" providerId="AD" clId="Web-{9CE51FA1-9EFF-CE31-0C9C-FF6A59759864}" dt="2026-07-04T00:29:28.491" v="1556"/>
          <ac:spMkLst>
            <pc:docMk/>
            <pc:sldMk cId="2858278964" sldId="368"/>
            <ac:spMk id="4" creationId="{F293F836-1D62-2E97-CC6B-FA1251C3E839}"/>
          </ac:spMkLst>
        </pc:spChg>
        <pc:spChg chg="mod">
          <ac:chgData name="Mohaiminul Islam" userId="S::mohaiminul.islam@northsouth.edu::b8c578dd-123e-4080-8513-c25e2f552200" providerId="AD" clId="Web-{9CE51FA1-9EFF-CE31-0C9C-FF6A59759864}" dt="2026-07-04T00:30:52.759" v="1579" actId="20577"/>
          <ac:spMkLst>
            <pc:docMk/>
            <pc:sldMk cId="2858278964" sldId="368"/>
            <ac:spMk id="110" creationId="{3AC8A4D3-187F-B28B-7780-143DC2EA04A5}"/>
          </ac:spMkLst>
        </pc:spChg>
        <pc:spChg chg="mod">
          <ac:chgData name="Mohaiminul Islam" userId="S::mohaiminul.islam@northsouth.edu::b8c578dd-123e-4080-8513-c25e2f552200" providerId="AD" clId="Web-{9CE51FA1-9EFF-CE31-0C9C-FF6A59759864}" dt="2026-07-04T00:29:55.554" v="1568" actId="1076"/>
          <ac:spMkLst>
            <pc:docMk/>
            <pc:sldMk cId="2858278964" sldId="368"/>
            <ac:spMk id="111" creationId="{78350694-2164-63C0-5E9C-C7A94CC13445}"/>
          </ac:spMkLst>
        </pc:spChg>
        <pc:cxnChg chg="del">
          <ac:chgData name="Mohaiminul Islam" userId="S::mohaiminul.islam@northsouth.edu::b8c578dd-123e-4080-8513-c25e2f552200" providerId="AD" clId="Web-{9CE51FA1-9EFF-CE31-0C9C-FF6A59759864}" dt="2026-07-04T00:29:59.664" v="1571"/>
          <ac:cxnSpMkLst>
            <pc:docMk/>
            <pc:sldMk cId="2858278964" sldId="368"/>
            <ac:cxnSpMk id="3" creationId="{A98BBF16-704B-AF2E-671A-12B3F3D22001}"/>
          </ac:cxnSpMkLst>
        </pc:cxnChg>
      </pc:sldChg>
      <pc:sldChg chg="delSp modSp add ord replId">
        <pc:chgData name="Mohaiminul Islam" userId="S::mohaiminul.islam@northsouth.edu::b8c578dd-123e-4080-8513-c25e2f552200" providerId="AD" clId="Web-{9CE51FA1-9EFF-CE31-0C9C-FF6A59759864}" dt="2026-07-04T00:34:03.781" v="1699" actId="20577"/>
        <pc:sldMkLst>
          <pc:docMk/>
          <pc:sldMk cId="1801124534" sldId="369"/>
        </pc:sldMkLst>
        <pc:spChg chg="mod">
          <ac:chgData name="Mohaiminul Islam" userId="S::mohaiminul.islam@northsouth.edu::b8c578dd-123e-4080-8513-c25e2f552200" providerId="AD" clId="Web-{9CE51FA1-9EFF-CE31-0C9C-FF6A59759864}" dt="2026-07-04T00:32:22.231" v="1612" actId="20577"/>
          <ac:spMkLst>
            <pc:docMk/>
            <pc:sldMk cId="1801124534" sldId="369"/>
            <ac:spMk id="2" creationId="{A292ACC9-D3A5-5FA5-5F78-01C86624FADF}"/>
          </ac:spMkLst>
        </pc:spChg>
        <pc:spChg chg="del">
          <ac:chgData name="Mohaiminul Islam" userId="S::mohaiminul.islam@northsouth.edu::b8c578dd-123e-4080-8513-c25e2f552200" providerId="AD" clId="Web-{9CE51FA1-9EFF-CE31-0C9C-FF6A59759864}" dt="2026-07-04T00:32:28.075" v="1613"/>
          <ac:spMkLst>
            <pc:docMk/>
            <pc:sldMk cId="1801124534" sldId="369"/>
            <ac:spMk id="5" creationId="{0697C5B2-76C6-DA6C-0DF9-B4AF533DE4B7}"/>
          </ac:spMkLst>
        </pc:spChg>
        <pc:spChg chg="mod">
          <ac:chgData name="Mohaiminul Islam" userId="S::mohaiminul.islam@northsouth.edu::b8c578dd-123e-4080-8513-c25e2f552200" providerId="AD" clId="Web-{9CE51FA1-9EFF-CE31-0C9C-FF6A59759864}" dt="2026-07-04T00:32:32.841" v="1615" actId="14100"/>
          <ac:spMkLst>
            <pc:docMk/>
            <pc:sldMk cId="1801124534" sldId="369"/>
            <ac:spMk id="7" creationId="{9DC4834C-7E61-EB2E-3729-F43AF442BE40}"/>
          </ac:spMkLst>
        </pc:spChg>
        <pc:spChg chg="mod">
          <ac:chgData name="Mohaiminul Islam" userId="S::mohaiminul.islam@northsouth.edu::b8c578dd-123e-4080-8513-c25e2f552200" providerId="AD" clId="Web-{9CE51FA1-9EFF-CE31-0C9C-FF6A59759864}" dt="2026-07-04T00:31:03.760" v="1586" actId="20577"/>
          <ac:spMkLst>
            <pc:docMk/>
            <pc:sldMk cId="1801124534" sldId="369"/>
            <ac:spMk id="110" creationId="{4C66848D-3057-7351-7A95-DAF34731EA11}"/>
          </ac:spMkLst>
        </pc:spChg>
        <pc:spChg chg="mod">
          <ac:chgData name="Mohaiminul Islam" userId="S::mohaiminul.islam@northsouth.edu::b8c578dd-123e-4080-8513-c25e2f552200" providerId="AD" clId="Web-{9CE51FA1-9EFF-CE31-0C9C-FF6A59759864}" dt="2026-07-04T00:34:03.781" v="1699" actId="20577"/>
          <ac:spMkLst>
            <pc:docMk/>
            <pc:sldMk cId="1801124534" sldId="369"/>
            <ac:spMk id="111" creationId="{DC478434-D92B-30C7-A1B2-6AEBED633E60}"/>
          </ac:spMkLst>
        </pc:spChg>
      </pc:sldChg>
      <pc:sldChg chg="addSp delSp modSp add replId">
        <pc:chgData name="Mohaiminul Islam" userId="S::mohaiminul.islam@northsouth.edu::b8c578dd-123e-4080-8513-c25e2f552200" providerId="AD" clId="Web-{9CE51FA1-9EFF-CE31-0C9C-FF6A59759864}" dt="2026-07-04T00:40:13.465" v="1827" actId="14100"/>
        <pc:sldMkLst>
          <pc:docMk/>
          <pc:sldMk cId="874532179" sldId="370"/>
        </pc:sldMkLst>
        <pc:spChg chg="del">
          <ac:chgData name="Mohaiminul Islam" userId="S::mohaiminul.islam@northsouth.edu::b8c578dd-123e-4080-8513-c25e2f552200" providerId="AD" clId="Web-{9CE51FA1-9EFF-CE31-0C9C-FF6A59759864}" dt="2026-07-04T00:36:02.895" v="1765"/>
          <ac:spMkLst>
            <pc:docMk/>
            <pc:sldMk cId="874532179" sldId="370"/>
            <ac:spMk id="2" creationId="{A69C7C8F-BE7F-C5AA-CBA6-15D23210F210}"/>
          </ac:spMkLst>
        </pc:spChg>
        <pc:spChg chg="add mod">
          <ac:chgData name="Mohaiminul Islam" userId="S::mohaiminul.islam@northsouth.edu::b8c578dd-123e-4080-8513-c25e2f552200" providerId="AD" clId="Web-{9CE51FA1-9EFF-CE31-0C9C-FF6A59759864}" dt="2026-07-04T00:40:07.465" v="1826" actId="14100"/>
          <ac:spMkLst>
            <pc:docMk/>
            <pc:sldMk cId="874532179" sldId="370"/>
            <ac:spMk id="3" creationId="{343E1C5A-BEE1-EBC8-C1AB-8457FFA01B75}"/>
          </ac:spMkLst>
        </pc:spChg>
        <pc:spChg chg="del">
          <ac:chgData name="Mohaiminul Islam" userId="S::mohaiminul.islam@northsouth.edu::b8c578dd-123e-4080-8513-c25e2f552200" providerId="AD" clId="Web-{9CE51FA1-9EFF-CE31-0C9C-FF6A59759864}" dt="2026-07-04T00:36:05.176" v="1766"/>
          <ac:spMkLst>
            <pc:docMk/>
            <pc:sldMk cId="874532179" sldId="370"/>
            <ac:spMk id="7" creationId="{6A0252A9-F950-000B-56CA-5AA4E6612455}"/>
          </ac:spMkLst>
        </pc:spChg>
        <pc:spChg chg="mod">
          <ac:chgData name="Mohaiminul Islam" userId="S::mohaiminul.islam@northsouth.edu::b8c578dd-123e-4080-8513-c25e2f552200" providerId="AD" clId="Web-{9CE51FA1-9EFF-CE31-0C9C-FF6A59759864}" dt="2026-07-04T00:35:07.674" v="1701" actId="20577"/>
          <ac:spMkLst>
            <pc:docMk/>
            <pc:sldMk cId="874532179" sldId="370"/>
            <ac:spMk id="110" creationId="{D13D3C47-A2CF-7E00-A37D-B9749A1B27AE}"/>
          </ac:spMkLst>
        </pc:spChg>
        <pc:spChg chg="mod">
          <ac:chgData name="Mohaiminul Islam" userId="S::mohaiminul.islam@northsouth.edu::b8c578dd-123e-4080-8513-c25e2f552200" providerId="AD" clId="Web-{9CE51FA1-9EFF-CE31-0C9C-FF6A59759864}" dt="2026-07-04T00:40:13.465" v="1827" actId="14100"/>
          <ac:spMkLst>
            <pc:docMk/>
            <pc:sldMk cId="874532179" sldId="370"/>
            <ac:spMk id="111" creationId="{68300E84-4901-5B38-84E5-A99771AAE253}"/>
          </ac:spMkLst>
        </pc:spChg>
      </pc:sldChg>
      <pc:sldChg chg="modSp add ord replId">
        <pc:chgData name="Mohaiminul Islam" userId="S::mohaiminul.islam@northsouth.edu::b8c578dd-123e-4080-8513-c25e2f552200" providerId="AD" clId="Web-{9CE51FA1-9EFF-CE31-0C9C-FF6A59759864}" dt="2026-07-04T00:44:24.618" v="1969" actId="20577"/>
        <pc:sldMkLst>
          <pc:docMk/>
          <pc:sldMk cId="2179344601" sldId="371"/>
        </pc:sldMkLst>
        <pc:spChg chg="mod">
          <ac:chgData name="Mohaiminul Islam" userId="S::mohaiminul.islam@northsouth.edu::b8c578dd-123e-4080-8513-c25e2f552200" providerId="AD" clId="Web-{9CE51FA1-9EFF-CE31-0C9C-FF6A59759864}" dt="2026-07-04T00:40:49.389" v="1834" actId="20577"/>
          <ac:spMkLst>
            <pc:docMk/>
            <pc:sldMk cId="2179344601" sldId="371"/>
            <ac:spMk id="110" creationId="{513948BD-EAAF-3899-DBB9-D15E3E547349}"/>
          </ac:spMkLst>
        </pc:spChg>
        <pc:spChg chg="mod">
          <ac:chgData name="Mohaiminul Islam" userId="S::mohaiminul.islam@northsouth.edu::b8c578dd-123e-4080-8513-c25e2f552200" providerId="AD" clId="Web-{9CE51FA1-9EFF-CE31-0C9C-FF6A59759864}" dt="2026-07-04T00:44:24.618" v="1969" actId="20577"/>
          <ac:spMkLst>
            <pc:docMk/>
            <pc:sldMk cId="2179344601" sldId="371"/>
            <ac:spMk id="111" creationId="{111E1D1B-7B47-ED70-CD9A-D13F334BADD5}"/>
          </ac:spMkLst>
        </pc:spChg>
      </pc:sldChg>
      <pc:sldChg chg="add del replId">
        <pc:chgData name="Mohaiminul Islam" userId="S::mohaiminul.islam@northsouth.edu::b8c578dd-123e-4080-8513-c25e2f552200" providerId="AD" clId="Web-{9CE51FA1-9EFF-CE31-0C9C-FF6A59759864}" dt="2026-07-04T00:37:45.492" v="1805"/>
        <pc:sldMkLst>
          <pc:docMk/>
          <pc:sldMk cId="3668181913" sldId="371"/>
        </pc:sldMkLst>
      </pc:sldChg>
    </pc:docChg>
  </pc:docChgLst>
  <pc:docChgLst>
    <pc:chgData name="Mohaiminul Islam" userId="S::mohaiminul.islam@northsouth.edu::b8c578dd-123e-4080-8513-c25e2f552200" providerId="AD" clId="Web-{458C28FA-8B40-7927-E3B9-6660C12BD64B}"/>
    <pc:docChg chg="modSld">
      <pc:chgData name="Mohaiminul Islam" userId="S::mohaiminul.islam@northsouth.edu::b8c578dd-123e-4080-8513-c25e2f552200" providerId="AD" clId="Web-{458C28FA-8B40-7927-E3B9-6660C12BD64B}" dt="2026-06-17T08:38:12.695" v="3" actId="20577"/>
      <pc:docMkLst>
        <pc:docMk/>
      </pc:docMkLst>
      <pc:sldChg chg="modSp">
        <pc:chgData name="Mohaiminul Islam" userId="S::mohaiminul.islam@northsouth.edu::b8c578dd-123e-4080-8513-c25e2f552200" providerId="AD" clId="Web-{458C28FA-8B40-7927-E3B9-6660C12BD64B}" dt="2026-06-17T08:38:12.695" v="3" actId="20577"/>
        <pc:sldMkLst>
          <pc:docMk/>
          <pc:sldMk cId="0" sldId="258"/>
        </pc:sldMkLst>
        <pc:spChg chg="mod">
          <ac:chgData name="Mohaiminul Islam" userId="S::mohaiminul.islam@northsouth.edu::b8c578dd-123e-4080-8513-c25e2f552200" providerId="AD" clId="Web-{458C28FA-8B40-7927-E3B9-6660C12BD64B}" dt="2026-06-17T08:38:12.695" v="3" actId="20577"/>
          <ac:spMkLst>
            <pc:docMk/>
            <pc:sldMk cId="0" sldId="258"/>
            <ac:spMk id="1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1400"/>
              <a:buFont typeface="Arial"/>
              <a:buNone/>
            </a:pPr>
            <a:fld id="{00000000-1234-1234-1234-123412341234}" type="slidenum">
              <a:rPr lang="en-US"/>
              <a:t>1</a:t>
            </a:fld>
            <a:endParaRPr/>
          </a:p>
        </p:txBody>
      </p:sp>
      <p:sp>
        <p:nvSpPr>
          <p:cNvPr id="90" name="Google Shape;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92" name="Google Shape;92;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93" name="Google Shape;93;p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6/12/2026</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27B4AC3-6D85-4DEC-5249-03C0A6D972BA}"/>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81584BEA-BA9C-CE08-BB98-9128E70E12B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3FF56BD2-8AAF-228A-7528-098FFD8C1D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6914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7262AA8-7098-DA4B-CB42-1AC6BB0E9C98}"/>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24175688-DEA0-ADE1-EB2E-8A1642F837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4FDEA4BD-B576-8FD7-A1CB-FB067220A7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077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3BEC0CF-D00A-C7B9-7C28-B1B36458ECFE}"/>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F724ACF1-9264-449C-F820-158EEF33F7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FC76CAF8-C68F-8DB4-3034-6CBC32A904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740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92AE00A-861E-9E46-0FE4-BF9D2E5EF114}"/>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3319B21-AB47-1DB2-6EDB-2E8B35E40B5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06B665BD-A9E5-5AFF-3306-865F1C0D29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3767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CA1FD84-53AE-3316-FD1F-C5139B3EB542}"/>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121EA0EC-6D7D-629E-080E-ED63B52D05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99E2F081-2B55-5BFD-C6E1-F3948B157B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3249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50340FB-D3C2-8C9B-007D-96860579698C}"/>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031A170B-B050-68A5-86B2-E585302C987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D0EF60C7-C825-2350-40BF-302316C564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062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21378A7-567C-EEB5-5975-179E6D03083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0EC87507-81EA-4E0C-2BB3-6DC3EBD926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42FE943E-E3DC-D8B4-4B46-4B164D9460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2848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2856B01-134E-1B80-3C1C-02FF5E57CC4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F707C05-EDE2-9CB5-4E56-C5601B26C8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00C73C3F-87F9-0E2B-BCE8-B06C2A2F4A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6530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2856B01-134E-1B80-3C1C-02FF5E57CC4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F707C05-EDE2-9CB5-4E56-C5601B26C8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00C73C3F-87F9-0E2B-BCE8-B06C2A2F4A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315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2856B01-134E-1B80-3C1C-02FF5E57CC4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F707C05-EDE2-9CB5-4E56-C5601B26C8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00C73C3F-87F9-0E2B-BCE8-B06C2A2F4A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5396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2856B01-134E-1B80-3C1C-02FF5E57CC4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F707C05-EDE2-9CB5-4E56-C5601B26C8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00C73C3F-87F9-0E2B-BCE8-B06C2A2F4A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530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2856B01-134E-1B80-3C1C-02FF5E57CC4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F707C05-EDE2-9CB5-4E56-C5601B26C8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a:extLst>
              <a:ext uri="{FF2B5EF4-FFF2-40B4-BE49-F238E27FC236}">
                <a16:creationId xmlns:a16="http://schemas.microsoft.com/office/drawing/2014/main" id="{00C73C3F-87F9-0E2B-BCE8-B06C2A2F4A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7476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15"/>
        <p:cNvGrpSpPr/>
        <p:nvPr/>
      </p:nvGrpSpPr>
      <p:grpSpPr>
        <a:xfrm>
          <a:off x="0" y="0"/>
          <a:ext cx="0" cy="0"/>
          <a:chOff x="0" y="0"/>
          <a:chExt cx="0" cy="0"/>
        </a:xfrm>
      </p:grpSpPr>
      <p:sp>
        <p:nvSpPr>
          <p:cNvPr id="16" name="Google Shape;16;p21"/>
          <p:cNvSpPr txBox="1">
            <a:spLocks noGrp="1"/>
          </p:cNvSpPr>
          <p:nvPr>
            <p:ph type="title"/>
          </p:nvPr>
        </p:nvSpPr>
        <p:spPr>
          <a:xfrm>
            <a:off x="609600" y="274637"/>
            <a:ext cx="10815782" cy="83372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400"/>
              <a:buFont typeface="Cambria"/>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21"/>
          <p:cNvSpPr txBox="1">
            <a:spLocks noGrp="1"/>
          </p:cNvSpPr>
          <p:nvPr>
            <p:ph type="body" idx="1"/>
          </p:nvPr>
        </p:nvSpPr>
        <p:spPr>
          <a:xfrm>
            <a:off x="609599" y="1200727"/>
            <a:ext cx="11148291" cy="50800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1"/>
          <p:cNvSpPr txBox="1">
            <a:spLocks noGrp="1"/>
          </p:cNvSpPr>
          <p:nvPr>
            <p:ph type="sldNum" idx="12"/>
          </p:nvPr>
        </p:nvSpPr>
        <p:spPr>
          <a:xfrm>
            <a:off x="8737600" y="6437745"/>
            <a:ext cx="2844800" cy="28388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Cambr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mbri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mbri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4" name="Google Shape;3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29"/>
          <p:cNvSpPr txBox="1">
            <a:spLocks noGrp="1"/>
          </p:cNvSpPr>
          <p:nvPr>
            <p:ph type="title"/>
          </p:nvPr>
        </p:nvSpPr>
        <p:spPr>
          <a:xfrm>
            <a:off x="839788" y="457200"/>
            <a:ext cx="4046248"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mbri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mbri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30"/>
          <p:cNvSpPr>
            <a:spLocks noGrp="1"/>
          </p:cNvSpPr>
          <p:nvPr>
            <p:ph type="pic" idx="2"/>
          </p:nvPr>
        </p:nvSpPr>
        <p:spPr>
          <a:xfrm>
            <a:off x="5183188" y="987425"/>
            <a:ext cx="6172200" cy="4873625"/>
          </a:xfrm>
          <a:prstGeom prst="rect">
            <a:avLst/>
          </a:prstGeom>
          <a:noFill/>
          <a:ln>
            <a:noFill/>
          </a:ln>
        </p:spPr>
      </p:sp>
      <p:sp>
        <p:nvSpPr>
          <p:cNvPr id="72" name="Google Shape;72;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mbria"/>
              <a:buNone/>
              <a:defRPr sz="4400" b="0" i="0" u="none" strike="noStrike" cap="non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mbria"/>
                <a:ea typeface="Cambria"/>
                <a:cs typeface="Cambria"/>
                <a:sym typeface="Cambria"/>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mbria"/>
                <a:ea typeface="Cambria"/>
                <a:cs typeface="Cambria"/>
                <a:sym typeface="Cambri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mbria"/>
                <a:ea typeface="Cambria"/>
                <a:cs typeface="Cambria"/>
                <a:sym typeface="Cambr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mbria"/>
                <a:ea typeface="Cambria"/>
                <a:cs typeface="Cambria"/>
                <a:sym typeface="Cambr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mbria"/>
                <a:ea typeface="Cambria"/>
                <a:cs typeface="Cambria"/>
                <a:sym typeface="Cambr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mbria"/>
                <a:ea typeface="Cambria"/>
                <a:cs typeface="Cambria"/>
                <a:sym typeface="Cambria"/>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Cambria"/>
                <a:ea typeface="Cambria"/>
                <a:cs typeface="Cambria"/>
                <a:sym typeface="Cambria"/>
              </a:defRPr>
            </a:lvl1pPr>
            <a:lvl2pPr marR="0" lvl="1"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2pPr>
            <a:lvl3pPr marR="0" lvl="2"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3pPr>
            <a:lvl4pPr marR="0" lvl="3"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4pPr>
            <a:lvl5pPr marR="0" lvl="4"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5pPr>
            <a:lvl6pPr marR="0" lvl="5"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6pPr>
            <a:lvl7pPr marR="0" lvl="6"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7pPr>
            <a:lvl8pPr marR="0" lvl="7"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8pPr>
            <a:lvl9pPr marR="0" lvl="8"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Cambria"/>
                <a:ea typeface="Cambria"/>
                <a:cs typeface="Cambria"/>
                <a:sym typeface="Cambria"/>
              </a:defRPr>
            </a:lvl1pPr>
            <a:lvl2pPr marR="0" lvl="1"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2pPr>
            <a:lvl3pPr marR="0" lvl="2"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3pPr>
            <a:lvl4pPr marR="0" lvl="3"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4pPr>
            <a:lvl5pPr marR="0" lvl="4"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5pPr>
            <a:lvl6pPr marR="0" lvl="5"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6pPr>
            <a:lvl7pPr marR="0" lvl="6"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7pPr>
            <a:lvl8pPr marR="0" lvl="7"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8pPr>
            <a:lvl9pPr marR="0" lvl="8" algn="l" rtl="0">
              <a:spcBef>
                <a:spcPts val="0"/>
              </a:spcBef>
              <a:spcAft>
                <a:spcPts val="0"/>
              </a:spcAft>
              <a:buSzPts val="1400"/>
              <a:buNone/>
              <a:defRPr sz="1800" b="0" i="0" u="none" strike="noStrike" cap="none">
                <a:solidFill>
                  <a:schemeClr val="dk1"/>
                </a:solidFill>
                <a:latin typeface="Cambria"/>
                <a:ea typeface="Cambria"/>
                <a:cs typeface="Cambria"/>
                <a:sym typeface="Cambria"/>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Cambria"/>
                <a:ea typeface="Cambria"/>
                <a:cs typeface="Cambria"/>
                <a:sym typeface="Cambria"/>
              </a:defRPr>
            </a:lvl1pPr>
            <a:lvl2pPr marL="0" marR="0" lvl="1" indent="0" algn="r" rtl="0">
              <a:spcBef>
                <a:spcPts val="0"/>
              </a:spcBef>
              <a:buNone/>
              <a:defRPr sz="1200" b="0" i="0" u="none" strike="noStrike" cap="none">
                <a:solidFill>
                  <a:srgbClr val="757575"/>
                </a:solidFill>
                <a:latin typeface="Cambria"/>
                <a:ea typeface="Cambria"/>
                <a:cs typeface="Cambria"/>
                <a:sym typeface="Cambria"/>
              </a:defRPr>
            </a:lvl2pPr>
            <a:lvl3pPr marL="0" marR="0" lvl="2" indent="0" algn="r" rtl="0">
              <a:spcBef>
                <a:spcPts val="0"/>
              </a:spcBef>
              <a:buNone/>
              <a:defRPr sz="1200" b="0" i="0" u="none" strike="noStrike" cap="none">
                <a:solidFill>
                  <a:srgbClr val="757575"/>
                </a:solidFill>
                <a:latin typeface="Cambria"/>
                <a:ea typeface="Cambria"/>
                <a:cs typeface="Cambria"/>
                <a:sym typeface="Cambria"/>
              </a:defRPr>
            </a:lvl3pPr>
            <a:lvl4pPr marL="0" marR="0" lvl="3" indent="0" algn="r" rtl="0">
              <a:spcBef>
                <a:spcPts val="0"/>
              </a:spcBef>
              <a:buNone/>
              <a:defRPr sz="1200" b="0" i="0" u="none" strike="noStrike" cap="none">
                <a:solidFill>
                  <a:srgbClr val="757575"/>
                </a:solidFill>
                <a:latin typeface="Cambria"/>
                <a:ea typeface="Cambria"/>
                <a:cs typeface="Cambria"/>
                <a:sym typeface="Cambria"/>
              </a:defRPr>
            </a:lvl4pPr>
            <a:lvl5pPr marL="0" marR="0" lvl="4" indent="0" algn="r" rtl="0">
              <a:spcBef>
                <a:spcPts val="0"/>
              </a:spcBef>
              <a:buNone/>
              <a:defRPr sz="1200" b="0" i="0" u="none" strike="noStrike" cap="none">
                <a:solidFill>
                  <a:srgbClr val="757575"/>
                </a:solidFill>
                <a:latin typeface="Cambria"/>
                <a:ea typeface="Cambria"/>
                <a:cs typeface="Cambria"/>
                <a:sym typeface="Cambria"/>
              </a:defRPr>
            </a:lvl5pPr>
            <a:lvl6pPr marL="0" marR="0" lvl="5" indent="0" algn="r" rtl="0">
              <a:spcBef>
                <a:spcPts val="0"/>
              </a:spcBef>
              <a:buNone/>
              <a:defRPr sz="1200" b="0" i="0" u="none" strike="noStrike" cap="none">
                <a:solidFill>
                  <a:srgbClr val="757575"/>
                </a:solidFill>
                <a:latin typeface="Cambria"/>
                <a:ea typeface="Cambria"/>
                <a:cs typeface="Cambria"/>
                <a:sym typeface="Cambria"/>
              </a:defRPr>
            </a:lvl6pPr>
            <a:lvl7pPr marL="0" marR="0" lvl="6" indent="0" algn="r" rtl="0">
              <a:spcBef>
                <a:spcPts val="0"/>
              </a:spcBef>
              <a:buNone/>
              <a:defRPr sz="1200" b="0" i="0" u="none" strike="noStrike" cap="none">
                <a:solidFill>
                  <a:srgbClr val="757575"/>
                </a:solidFill>
                <a:latin typeface="Cambria"/>
                <a:ea typeface="Cambria"/>
                <a:cs typeface="Cambria"/>
                <a:sym typeface="Cambria"/>
              </a:defRPr>
            </a:lvl7pPr>
            <a:lvl8pPr marL="0" marR="0" lvl="7" indent="0" algn="r" rtl="0">
              <a:spcBef>
                <a:spcPts val="0"/>
              </a:spcBef>
              <a:buNone/>
              <a:defRPr sz="1200" b="0" i="0" u="none" strike="noStrike" cap="none">
                <a:solidFill>
                  <a:srgbClr val="757575"/>
                </a:solidFill>
                <a:latin typeface="Cambria"/>
                <a:ea typeface="Cambria"/>
                <a:cs typeface="Cambria"/>
                <a:sym typeface="Cambria"/>
              </a:defRPr>
            </a:lvl8pPr>
            <a:lvl9pPr marL="0" marR="0" lvl="8" indent="0" algn="r" rtl="0">
              <a:spcBef>
                <a:spcPts val="0"/>
              </a:spcBef>
              <a:buNone/>
              <a:defRPr sz="1200" b="0" i="0" u="none" strike="noStrike" cap="none">
                <a:solidFill>
                  <a:srgbClr val="757575"/>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title"/>
          </p:nvPr>
        </p:nvSpPr>
        <p:spPr>
          <a:xfrm>
            <a:off x="1981200" y="1462935"/>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Cambria"/>
              <a:buNone/>
            </a:pPr>
            <a:r>
              <a:rPr lang="en-US" sz="4000"/>
              <a:t>CSE115</a:t>
            </a:r>
            <a:br>
              <a:rPr lang="en-US" sz="4000"/>
            </a:br>
            <a:r>
              <a:rPr lang="en-US" sz="4000"/>
              <a:t>Programming Language I</a:t>
            </a:r>
            <a:endParaRPr/>
          </a:p>
        </p:txBody>
      </p:sp>
      <p:sp>
        <p:nvSpPr>
          <p:cNvPr id="96" name="Google Shape;96;p1"/>
          <p:cNvSpPr txBox="1">
            <a:spLocks noGrp="1"/>
          </p:cNvSpPr>
          <p:nvPr>
            <p:ph type="body" idx="1"/>
          </p:nvPr>
        </p:nvSpPr>
        <p:spPr>
          <a:xfrm>
            <a:off x="1981200" y="3130898"/>
            <a:ext cx="8229600" cy="1300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3200"/>
              <a:buNone/>
            </a:pPr>
            <a:r>
              <a:rPr lang="en-US"/>
              <a:t>Md Mohaiminul Islam</a:t>
            </a:r>
            <a:endParaRPr/>
          </a:p>
          <a:p>
            <a:pPr marL="0" lvl="0" indent="0" algn="ctr" rtl="0">
              <a:lnSpc>
                <a:spcPct val="100000"/>
              </a:lnSpc>
              <a:spcBef>
                <a:spcPts val="640"/>
              </a:spcBef>
              <a:spcAft>
                <a:spcPts val="0"/>
              </a:spcAft>
              <a:buSzPts val="3200"/>
              <a:buNone/>
            </a:pPr>
            <a:r>
              <a:rPr lang="en-US"/>
              <a:t>Lecturer, Dept. of ECE</a:t>
            </a:r>
            <a:endParaRPr/>
          </a:p>
        </p:txBody>
      </p:sp>
      <p:sp>
        <p:nvSpPr>
          <p:cNvPr id="97" name="Google Shape;97;p1"/>
          <p:cNvSpPr txBox="1">
            <a:spLocks noGrp="1"/>
          </p:cNvSpPr>
          <p:nvPr>
            <p:ph type="sldNum" idx="12"/>
          </p:nvPr>
        </p:nvSpPr>
        <p:spPr>
          <a:xfrm>
            <a:off x="8077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400"/>
              <a:buNone/>
            </a:pPr>
            <a:fld id="{00000000-1234-1234-1234-123412341234}" type="slidenum">
              <a:rPr lang="en-US"/>
              <a:t>1</a:t>
            </a:fld>
            <a:endParaRPr/>
          </a:p>
        </p:txBody>
      </p:sp>
      <p:sp>
        <p:nvSpPr>
          <p:cNvPr id="98" name="Google Shape;98;p1"/>
          <p:cNvSpPr txBox="1">
            <a:spLocks noGrp="1"/>
          </p:cNvSpPr>
          <p:nvPr>
            <p:ph type="body" idx="4294967295"/>
          </p:nvPr>
        </p:nvSpPr>
        <p:spPr>
          <a:xfrm>
            <a:off x="2094271" y="4945062"/>
            <a:ext cx="8229600" cy="13001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640"/>
              </a:spcBef>
              <a:spcAft>
                <a:spcPts val="0"/>
              </a:spcAft>
              <a:buClr>
                <a:schemeClr val="dk1"/>
              </a:buClr>
              <a:buSzPts val="3200"/>
              <a:buNone/>
            </a:pPr>
            <a:r>
              <a:rPr lang="en-US" sz="1400" dirty="0"/>
              <a:t>Lecture 01 and 02</a:t>
            </a:r>
            <a:endParaRPr dirty="0"/>
          </a:p>
          <a:p>
            <a:pPr marL="0" indent="0" algn="ctr">
              <a:spcBef>
                <a:spcPts val="640"/>
              </a:spcBef>
              <a:buSzPts val="3200"/>
              <a:buNone/>
            </a:pPr>
            <a:r>
              <a:rPr lang="en-US" sz="1400"/>
              <a:t>Version 2: </a:t>
            </a:r>
            <a:r>
              <a:rPr lang="en-US" sz="1400" dirty="0"/>
              <a:t>Last updated 26 Sep ‘26</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1F4D693-D299-E8C1-3B4B-7EFA211EFDC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974D1A51-E611-3B64-3858-1159BF793FC3}"/>
              </a:ext>
            </a:extLst>
          </p:cNvPr>
          <p:cNvSpPr txBox="1">
            <a:spLocks noGrp="1"/>
          </p:cNvSpPr>
          <p:nvPr>
            <p:ph type="title"/>
          </p:nvPr>
        </p:nvSpPr>
        <p:spPr>
          <a:xfrm>
            <a:off x="838200" y="365126"/>
            <a:ext cx="10515600" cy="1109714"/>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C Programming</a:t>
            </a:r>
            <a:endParaRPr lang="en-US" dirty="0">
              <a:solidFill>
                <a:schemeClr val="accent2"/>
              </a:solidFill>
            </a:endParaRPr>
          </a:p>
        </p:txBody>
      </p:sp>
      <p:sp>
        <p:nvSpPr>
          <p:cNvPr id="111" name="Google Shape;111;p3">
            <a:extLst>
              <a:ext uri="{FF2B5EF4-FFF2-40B4-BE49-F238E27FC236}">
                <a16:creationId xmlns:a16="http://schemas.microsoft.com/office/drawing/2014/main" id="{E263FA91-5A0F-E6AA-BC2C-809103D32742}"/>
              </a:ext>
            </a:extLst>
          </p:cNvPr>
          <p:cNvSpPr txBox="1">
            <a:spLocks noGrp="1"/>
          </p:cNvSpPr>
          <p:nvPr>
            <p:ph type="body" idx="1"/>
          </p:nvPr>
        </p:nvSpPr>
        <p:spPr>
          <a:xfrm>
            <a:off x="598118" y="1710801"/>
            <a:ext cx="9440617" cy="5010673"/>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800"/>
            </a:pPr>
            <a:r>
              <a:rPr lang="en-US" dirty="0"/>
              <a:t>Let’s start with basics of C programming</a:t>
            </a:r>
          </a:p>
          <a:p>
            <a:pPr marL="228600" indent="-228600">
              <a:spcBef>
                <a:spcPts val="0"/>
              </a:spcBef>
              <a:buSzPts val="2800"/>
            </a:pPr>
            <a:r>
              <a:rPr lang="en-US" dirty="0"/>
              <a:t>Some of you may have some C experience from ICT, but we will start from scratch</a:t>
            </a:r>
          </a:p>
          <a:p>
            <a:pPr marL="228600" indent="-228600">
              <a:spcBef>
                <a:spcPts val="0"/>
              </a:spcBef>
              <a:buSzPts val="2800"/>
            </a:pPr>
            <a:r>
              <a:rPr lang="en-US" dirty="0"/>
              <a:t>What’s the minimum valid C code we can write?</a:t>
            </a:r>
          </a:p>
          <a:p>
            <a:pPr marL="228600" indent="-228600">
              <a:spcBef>
                <a:spcPts val="0"/>
              </a:spcBef>
              <a:buSzPts val="2800"/>
            </a:pPr>
            <a:r>
              <a:rPr lang="en-US" dirty="0"/>
              <a:t>It should look like as this.</a:t>
            </a:r>
          </a:p>
          <a:p>
            <a:pPr marL="228600" indent="-228600">
              <a:spcBef>
                <a:spcPts val="0"/>
              </a:spcBef>
              <a:buSzPts val="2800"/>
            </a:pPr>
            <a:r>
              <a:rPr lang="en-US" dirty="0"/>
              <a:t>Right now, this code has no command. It only starts the program, does nothing, and then finishes it.</a:t>
            </a:r>
          </a:p>
          <a:p>
            <a:pPr marL="228600" indent="-228600">
              <a:spcBef>
                <a:spcPts val="0"/>
              </a:spcBef>
              <a:buSzPts val="2800"/>
            </a:pPr>
            <a:r>
              <a:rPr lang="en-US" dirty="0"/>
              <a:t>When we put some commands, they need to exist inside the curly braces { }, and every command will eventually end with the punctuation mark semi-colon ( ; )</a:t>
            </a:r>
          </a:p>
        </p:txBody>
      </p:sp>
      <p:sp>
        <p:nvSpPr>
          <p:cNvPr id="112" name="Google Shape;112;p3">
            <a:extLst>
              <a:ext uri="{FF2B5EF4-FFF2-40B4-BE49-F238E27FC236}">
                <a16:creationId xmlns:a16="http://schemas.microsoft.com/office/drawing/2014/main" id="{04E4F998-2DD7-6D28-EECA-0F67B8D7F48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2" name="TextBox 1">
            <a:extLst>
              <a:ext uri="{FF2B5EF4-FFF2-40B4-BE49-F238E27FC236}">
                <a16:creationId xmlns:a16="http://schemas.microsoft.com/office/drawing/2014/main" id="{7552BA97-7923-894F-CB3D-CCE4E1AD89C0}"/>
              </a:ext>
            </a:extLst>
          </p:cNvPr>
          <p:cNvSpPr txBox="1">
            <a:spLocks noChangeArrowheads="1"/>
          </p:cNvSpPr>
          <p:nvPr/>
        </p:nvSpPr>
        <p:spPr>
          <a:xfrm>
            <a:off x="9881419" y="1710800"/>
            <a:ext cx="2113935" cy="1038634"/>
          </a:xfrm>
          <a:prstGeom prst="rect">
            <a:avLst/>
          </a:prstGeom>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Font typeface="Arial" panose="020B0604020202020204" pitchFamily="34" charset="0"/>
              <a:buNone/>
            </a:pPr>
            <a:r>
              <a:rPr lang="en-US" sz="1800" dirty="0">
                <a:latin typeface="Courier New"/>
                <a:cs typeface="Courier New"/>
              </a:rPr>
              <a:t>int main()</a:t>
            </a:r>
          </a:p>
          <a:p>
            <a:pPr marL="0" indent="0">
              <a:spcBef>
                <a:spcPts val="0"/>
              </a:spcBef>
              <a:buFont typeface="Arial" panose="020B0604020202020204" pitchFamily="34" charset="0"/>
              <a:buNone/>
            </a:pPr>
            <a:r>
              <a:rPr lang="en-US" sz="1800" dirty="0">
                <a:latin typeface="Courier New"/>
                <a:cs typeface="Courier New"/>
              </a:rPr>
              <a:t>{</a:t>
            </a:r>
          </a:p>
          <a:p>
            <a:pPr marL="0" indent="0">
              <a:spcBef>
                <a:spcPts val="0"/>
              </a:spcBef>
              <a:buFont typeface="Arial" panose="020B0604020202020204" pitchFamily="34" charset="0"/>
              <a:buNone/>
            </a:pPr>
            <a:r>
              <a:rPr lang="en-US" sz="1800" dirty="0">
                <a:latin typeface="Courier New"/>
                <a:cs typeface="Courier New"/>
              </a:rPr>
              <a:t>  </a:t>
            </a:r>
          </a:p>
          <a:p>
            <a:pPr marL="0" indent="0">
              <a:spcBef>
                <a:spcPts val="0"/>
              </a:spcBef>
              <a:buFont typeface="Arial" panose="020B0604020202020204" pitchFamily="34" charset="0"/>
              <a:buNone/>
            </a:pPr>
            <a:r>
              <a:rPr lang="en-US" sz="1800" dirty="0">
                <a:latin typeface="Courier New"/>
                <a:cs typeface="Courier New"/>
              </a:rPr>
              <a:t>}</a:t>
            </a:r>
          </a:p>
        </p:txBody>
      </p:sp>
    </p:spTree>
    <p:extLst>
      <p:ext uri="{BB962C8B-B14F-4D97-AF65-F5344CB8AC3E}">
        <p14:creationId xmlns:p14="http://schemas.microsoft.com/office/powerpoint/2010/main" val="762873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6277F36-3BC8-7737-A810-CF0BCBC6546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E22C2C9-605D-AE75-E604-01093EA985D2}"/>
              </a:ext>
            </a:extLst>
          </p:cNvPr>
          <p:cNvSpPr txBox="1">
            <a:spLocks noGrp="1"/>
          </p:cNvSpPr>
          <p:nvPr>
            <p:ph type="title"/>
          </p:nvPr>
        </p:nvSpPr>
        <p:spPr>
          <a:xfrm>
            <a:off x="838200" y="365126"/>
            <a:ext cx="10515600" cy="1109714"/>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latin typeface="Cambria" panose="02040503050406030204" pitchFamily="18" charset="0"/>
                <a:ea typeface="Cambria" panose="02040503050406030204" pitchFamily="18" charset="0"/>
                <a:cs typeface="Arial"/>
                <a:sym typeface="Arial"/>
              </a:rPr>
              <a:t>Introduction to Variables</a:t>
            </a:r>
            <a:endParaRPr lang="en-US" dirty="0">
              <a:solidFill>
                <a:schemeClr val="accent2"/>
              </a:solidFill>
            </a:endParaRPr>
          </a:p>
        </p:txBody>
      </p:sp>
      <p:sp>
        <p:nvSpPr>
          <p:cNvPr id="111" name="Google Shape;111;p3">
            <a:extLst>
              <a:ext uri="{FF2B5EF4-FFF2-40B4-BE49-F238E27FC236}">
                <a16:creationId xmlns:a16="http://schemas.microsoft.com/office/drawing/2014/main" id="{DA89D7FB-ACD9-6D96-A022-E64480A28CF9}"/>
              </a:ext>
            </a:extLst>
          </p:cNvPr>
          <p:cNvSpPr txBox="1">
            <a:spLocks noGrp="1"/>
          </p:cNvSpPr>
          <p:nvPr>
            <p:ph type="body" idx="1"/>
          </p:nvPr>
        </p:nvSpPr>
        <p:spPr>
          <a:xfrm>
            <a:off x="598118" y="1710802"/>
            <a:ext cx="10944953" cy="4532682"/>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800"/>
            </a:pPr>
            <a:r>
              <a:rPr lang="en-US" dirty="0"/>
              <a:t>Just what the name means, it can vary and hold different values</a:t>
            </a:r>
          </a:p>
          <a:p>
            <a:pPr marL="228600" indent="-228600">
              <a:spcBef>
                <a:spcPts val="0"/>
              </a:spcBef>
              <a:buSzPts val="2800"/>
            </a:pPr>
            <a:r>
              <a:rPr lang="en-US" dirty="0"/>
              <a:t>Variables can be of many </a:t>
            </a:r>
            <a:r>
              <a:rPr lang="en-US" dirty="0">
                <a:solidFill>
                  <a:schemeClr val="bg2">
                    <a:lumMod val="50000"/>
                    <a:lumOff val="50000"/>
                  </a:schemeClr>
                </a:solidFill>
              </a:rPr>
              <a:t>data-type</a:t>
            </a:r>
            <a:r>
              <a:rPr lang="en-US" dirty="0"/>
              <a:t>s.</a:t>
            </a:r>
          </a:p>
          <a:p>
            <a:pPr marL="228600" indent="-228600">
              <a:spcBef>
                <a:spcPts val="0"/>
              </a:spcBef>
              <a:buSzPts val="2800"/>
            </a:pPr>
            <a:r>
              <a:rPr lang="en-US" dirty="0"/>
              <a:t>Let’s start using the simplest data-type named </a:t>
            </a:r>
            <a:r>
              <a:rPr lang="en-US" dirty="0">
                <a:solidFill>
                  <a:schemeClr val="accent5">
                    <a:lumMod val="60000"/>
                    <a:lumOff val="40000"/>
                  </a:schemeClr>
                </a:solidFill>
              </a:rPr>
              <a:t>int</a:t>
            </a:r>
          </a:p>
          <a:p>
            <a:pPr marL="228600" indent="-228600">
              <a:spcBef>
                <a:spcPts val="0"/>
              </a:spcBef>
              <a:buSzPts val="2800"/>
            </a:pPr>
            <a:r>
              <a:rPr lang="en-US" dirty="0"/>
              <a:t>int is simply a representative of the word integer</a:t>
            </a:r>
          </a:p>
          <a:p>
            <a:pPr marL="228600" indent="-228600">
              <a:spcBef>
                <a:spcPts val="0"/>
              </a:spcBef>
              <a:buSzPts val="2800"/>
            </a:pPr>
            <a:r>
              <a:rPr lang="en-US" dirty="0"/>
              <a:t>Whole numbers such as 12, 929, -3, 0 </a:t>
            </a:r>
            <a:r>
              <a:rPr lang="en-US" dirty="0" err="1"/>
              <a:t>etc</a:t>
            </a:r>
            <a:r>
              <a:rPr lang="en-US" dirty="0"/>
              <a:t> are integers.</a:t>
            </a:r>
          </a:p>
          <a:p>
            <a:pPr marL="228600" indent="-228600">
              <a:spcBef>
                <a:spcPts val="0"/>
              </a:spcBef>
              <a:buSzPts val="2800"/>
            </a:pPr>
            <a:r>
              <a:rPr lang="en-US" dirty="0"/>
              <a:t>We will learn more data-types in the future</a:t>
            </a:r>
          </a:p>
        </p:txBody>
      </p:sp>
      <p:sp>
        <p:nvSpPr>
          <p:cNvPr id="112" name="Google Shape;112;p3">
            <a:extLst>
              <a:ext uri="{FF2B5EF4-FFF2-40B4-BE49-F238E27FC236}">
                <a16:creationId xmlns:a16="http://schemas.microsoft.com/office/drawing/2014/main" id="{E4380290-DB16-553D-5A27-A4097AECD45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599411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99E0AC-E5AB-6F50-9D13-B2D8289FDA15}"/>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BC8E68A6-6D39-A47C-FC2E-457B5831C92E}"/>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Declaring variables</a:t>
            </a:r>
            <a:endParaRPr lang="en-US" dirty="0">
              <a:solidFill>
                <a:schemeClr val="accent2"/>
              </a:solidFill>
            </a:endParaRPr>
          </a:p>
        </p:txBody>
      </p:sp>
      <p:sp>
        <p:nvSpPr>
          <p:cNvPr id="111" name="Google Shape;111;p3">
            <a:extLst>
              <a:ext uri="{FF2B5EF4-FFF2-40B4-BE49-F238E27FC236}">
                <a16:creationId xmlns:a16="http://schemas.microsoft.com/office/drawing/2014/main" id="{8EBC4ACE-59D7-C09B-BD49-6A797B67F668}"/>
              </a:ext>
            </a:extLst>
          </p:cNvPr>
          <p:cNvSpPr txBox="1">
            <a:spLocks noGrp="1"/>
          </p:cNvSpPr>
          <p:nvPr>
            <p:ph type="body" idx="1"/>
          </p:nvPr>
        </p:nvSpPr>
        <p:spPr>
          <a:xfrm>
            <a:off x="598119" y="1396181"/>
            <a:ext cx="7477852" cy="4847303"/>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n-US" dirty="0"/>
              <a:t>You can </a:t>
            </a:r>
            <a:r>
              <a:rPr lang="en-US" dirty="0">
                <a:solidFill>
                  <a:srgbClr val="43D658"/>
                </a:solidFill>
              </a:rPr>
              <a:t>declare</a:t>
            </a:r>
            <a:r>
              <a:rPr lang="en-US" dirty="0"/>
              <a:t> a variable. </a:t>
            </a:r>
          </a:p>
          <a:p>
            <a:pPr marL="228600" lvl="0" indent="-228600">
              <a:spcBef>
                <a:spcPts val="0"/>
              </a:spcBef>
              <a:buSzPts val="2800"/>
            </a:pPr>
            <a:r>
              <a:rPr lang="en-US" dirty="0"/>
              <a:t>You can </a:t>
            </a:r>
            <a:r>
              <a:rPr lang="en-US" dirty="0">
                <a:solidFill>
                  <a:srgbClr val="43D658"/>
                </a:solidFill>
              </a:rPr>
              <a:t>assign</a:t>
            </a:r>
            <a:r>
              <a:rPr lang="en-US" dirty="0"/>
              <a:t> different values into a variable.</a:t>
            </a:r>
          </a:p>
          <a:p>
            <a:pPr marL="228600" lvl="0" indent="-228600">
              <a:spcBef>
                <a:spcPts val="0"/>
              </a:spcBef>
              <a:buSzPts val="2800"/>
            </a:pPr>
            <a:r>
              <a:rPr lang="en-US" dirty="0"/>
              <a:t>But only 1 value at a time.</a:t>
            </a:r>
          </a:p>
          <a:p>
            <a:pPr marL="228600" lvl="0" indent="-228600">
              <a:spcBef>
                <a:spcPts val="0"/>
              </a:spcBef>
              <a:buSzPts val="2800"/>
            </a:pPr>
            <a:r>
              <a:rPr lang="en-US" dirty="0"/>
              <a:t>this = symbol is an ‘assignment operator’</a:t>
            </a:r>
            <a:endParaRPr lang="en-US" dirty="0">
              <a:solidFill>
                <a:srgbClr val="D86CCC"/>
              </a:solidFill>
            </a:endParaRPr>
          </a:p>
          <a:p>
            <a:pPr marL="228600" lvl="0" indent="-228600">
              <a:spcBef>
                <a:spcPts val="0"/>
              </a:spcBef>
              <a:buSzPts val="2800"/>
            </a:pPr>
            <a:r>
              <a:rPr lang="en-US" dirty="0"/>
              <a:t>In other programming languages, it can also look like :=, &lt;-</a:t>
            </a:r>
          </a:p>
          <a:p>
            <a:pPr marL="228600" lvl="0" indent="-228600">
              <a:spcBef>
                <a:spcPts val="0"/>
              </a:spcBef>
              <a:buSzPts val="2800"/>
            </a:pPr>
            <a:r>
              <a:rPr lang="en-US" dirty="0"/>
              <a:t>From what we learned just now, it means there are 2 commands</a:t>
            </a:r>
          </a:p>
        </p:txBody>
      </p:sp>
      <p:sp>
        <p:nvSpPr>
          <p:cNvPr id="112" name="Google Shape;112;p3">
            <a:extLst>
              <a:ext uri="{FF2B5EF4-FFF2-40B4-BE49-F238E27FC236}">
                <a16:creationId xmlns:a16="http://schemas.microsoft.com/office/drawing/2014/main" id="{338E6019-8F17-CE22-9C7E-C41D080070F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4" name="TextBox 3">
            <a:extLst>
              <a:ext uri="{FF2B5EF4-FFF2-40B4-BE49-F238E27FC236}">
                <a16:creationId xmlns:a16="http://schemas.microsoft.com/office/drawing/2014/main" id="{B59C9318-4631-50EF-D11B-0A6886563111}"/>
              </a:ext>
            </a:extLst>
          </p:cNvPr>
          <p:cNvSpPr txBox="1">
            <a:spLocks noChangeArrowheads="1"/>
          </p:cNvSpPr>
          <p:nvPr/>
        </p:nvSpPr>
        <p:spPr>
          <a:xfrm>
            <a:off x="8075970" y="1681474"/>
            <a:ext cx="3812460" cy="1474681"/>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800" dirty="0">
                <a:latin typeface="Courier New"/>
                <a:cs typeface="Courier New"/>
              </a:rPr>
              <a:t>int main()</a:t>
            </a:r>
          </a:p>
          <a:p>
            <a:pPr marL="0" indent="0">
              <a:spcBef>
                <a:spcPts val="0"/>
              </a:spcBef>
              <a:buNone/>
            </a:pPr>
            <a:r>
              <a:rPr lang="en-US" sz="1800" dirty="0">
                <a:latin typeface="Courier New"/>
                <a:cs typeface="Courier New"/>
              </a:rPr>
              <a:t>{</a:t>
            </a:r>
          </a:p>
          <a:p>
            <a:pPr marL="0" indent="0">
              <a:spcBef>
                <a:spcPts val="0"/>
              </a:spcBef>
              <a:buNone/>
            </a:pPr>
            <a:r>
              <a:rPr lang="en-US" sz="1800" dirty="0">
                <a:latin typeface="Courier New"/>
                <a:cs typeface="Courier New"/>
              </a:rPr>
              <a:t>   int x;</a:t>
            </a:r>
          </a:p>
          <a:p>
            <a:pPr marL="0" indent="0">
              <a:spcBef>
                <a:spcPts val="0"/>
              </a:spcBef>
              <a:buNone/>
            </a:pPr>
            <a:r>
              <a:rPr lang="en-US" sz="1800" dirty="0">
                <a:latin typeface="Courier New"/>
                <a:cs typeface="Courier New"/>
              </a:rPr>
              <a:t>   x = 3;</a:t>
            </a:r>
          </a:p>
          <a:p>
            <a:pPr marL="0" indent="0">
              <a:spcBef>
                <a:spcPts val="0"/>
              </a:spcBef>
              <a:buNone/>
            </a:pPr>
            <a:r>
              <a:rPr lang="en-US" sz="1800" dirty="0">
                <a:latin typeface="Courier New"/>
                <a:cs typeface="Courier New"/>
              </a:rPr>
              <a:t>}</a:t>
            </a:r>
          </a:p>
        </p:txBody>
      </p:sp>
    </p:spTree>
    <p:extLst>
      <p:ext uri="{BB962C8B-B14F-4D97-AF65-F5344CB8AC3E}">
        <p14:creationId xmlns:p14="http://schemas.microsoft.com/office/powerpoint/2010/main" val="3203876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DB9627F-7D7F-433B-B0F3-8888FAD3496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C555162F-358C-0E71-108F-4EA50E492EAA}"/>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Declaring variables</a:t>
            </a:r>
            <a:endParaRPr lang="en-US" dirty="0">
              <a:solidFill>
                <a:schemeClr val="accent2"/>
              </a:solidFill>
            </a:endParaRPr>
          </a:p>
        </p:txBody>
      </p:sp>
      <p:sp>
        <p:nvSpPr>
          <p:cNvPr id="111" name="Google Shape;111;p3">
            <a:extLst>
              <a:ext uri="{FF2B5EF4-FFF2-40B4-BE49-F238E27FC236}">
                <a16:creationId xmlns:a16="http://schemas.microsoft.com/office/drawing/2014/main" id="{C3D069A0-3FEF-0A81-99BF-17F6F5746896}"/>
              </a:ext>
            </a:extLst>
          </p:cNvPr>
          <p:cNvSpPr txBox="1">
            <a:spLocks noGrp="1"/>
          </p:cNvSpPr>
          <p:nvPr>
            <p:ph type="body" idx="1"/>
          </p:nvPr>
        </p:nvSpPr>
        <p:spPr>
          <a:xfrm>
            <a:off x="598118" y="1396181"/>
            <a:ext cx="7877287" cy="5211096"/>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n-US" dirty="0"/>
              <a:t>You can </a:t>
            </a:r>
            <a:r>
              <a:rPr lang="en-US" dirty="0">
                <a:solidFill>
                  <a:srgbClr val="43D658"/>
                </a:solidFill>
              </a:rPr>
              <a:t>declare</a:t>
            </a:r>
            <a:r>
              <a:rPr lang="en-US" dirty="0"/>
              <a:t> a variable. </a:t>
            </a:r>
          </a:p>
          <a:p>
            <a:pPr marL="228600" lvl="0" indent="-228600">
              <a:spcBef>
                <a:spcPts val="0"/>
              </a:spcBef>
              <a:buSzPts val="2800"/>
            </a:pPr>
            <a:r>
              <a:rPr lang="en-US" dirty="0"/>
              <a:t>You can </a:t>
            </a:r>
            <a:r>
              <a:rPr lang="en-US" dirty="0">
                <a:solidFill>
                  <a:srgbClr val="43D658"/>
                </a:solidFill>
              </a:rPr>
              <a:t>assign</a:t>
            </a:r>
            <a:r>
              <a:rPr lang="en-US" dirty="0"/>
              <a:t> different values into a variable.</a:t>
            </a:r>
          </a:p>
          <a:p>
            <a:pPr marL="228600" lvl="0" indent="-228600">
              <a:spcBef>
                <a:spcPts val="0"/>
              </a:spcBef>
              <a:buSzPts val="2800"/>
            </a:pPr>
            <a:r>
              <a:rPr lang="en-US" dirty="0"/>
              <a:t>But only 1 value at a time.</a:t>
            </a:r>
          </a:p>
          <a:p>
            <a:pPr marL="228600" lvl="0" indent="-228600">
              <a:spcBef>
                <a:spcPts val="0"/>
              </a:spcBef>
              <a:buSzPts val="2800"/>
            </a:pPr>
            <a:r>
              <a:rPr lang="en-US" dirty="0"/>
              <a:t>this = symbol is an ‘assignment operator’</a:t>
            </a:r>
            <a:endParaRPr lang="en-US" dirty="0">
              <a:solidFill>
                <a:srgbClr val="D86CCC"/>
              </a:solidFill>
            </a:endParaRPr>
          </a:p>
          <a:p>
            <a:pPr marL="228600" lvl="0" indent="-228600">
              <a:spcBef>
                <a:spcPts val="0"/>
              </a:spcBef>
              <a:buSzPts val="2800"/>
            </a:pPr>
            <a:r>
              <a:rPr lang="en-US" dirty="0"/>
              <a:t>In other programming languages, it can also look like :=, &lt;-</a:t>
            </a:r>
          </a:p>
          <a:p>
            <a:pPr marL="228600" lvl="0" indent="-228600">
              <a:spcBef>
                <a:spcPts val="0"/>
              </a:spcBef>
              <a:buSzPts val="2800"/>
            </a:pPr>
            <a:r>
              <a:rPr lang="en-US" dirty="0"/>
              <a:t>From what we learned just now, it means there are 2 commands</a:t>
            </a:r>
          </a:p>
          <a:p>
            <a:pPr marL="228600" lvl="0" indent="-228600">
              <a:spcBef>
                <a:spcPts val="0"/>
              </a:spcBef>
              <a:buSzPts val="2800"/>
            </a:pPr>
            <a:r>
              <a:rPr lang="en-US" dirty="0"/>
              <a:t>The 1st command “declares an integer variable named x”</a:t>
            </a:r>
          </a:p>
          <a:p>
            <a:pPr marL="685800" lvl="1" indent="-228600">
              <a:spcBef>
                <a:spcPts val="0"/>
              </a:spcBef>
              <a:buSzPts val="2800"/>
            </a:pPr>
            <a:r>
              <a:rPr lang="en-US" dirty="0"/>
              <a:t>Declaring a variable means allocating a fixed amount of space in computer RAM</a:t>
            </a:r>
          </a:p>
          <a:p>
            <a:pPr marL="228600" lvl="0" indent="-228600">
              <a:spcBef>
                <a:spcPts val="0"/>
              </a:spcBef>
              <a:buSzPts val="2800"/>
            </a:pPr>
            <a:r>
              <a:rPr lang="en-US" dirty="0"/>
              <a:t>The 2</a:t>
            </a:r>
            <a:r>
              <a:rPr lang="en-US" baseline="30000" dirty="0"/>
              <a:t>nd</a:t>
            </a:r>
            <a:r>
              <a:rPr lang="en-US" dirty="0"/>
              <a:t> command puts/assigns/overwrites the value 3 in the space reserved for the variable x.</a:t>
            </a:r>
          </a:p>
        </p:txBody>
      </p:sp>
      <p:sp>
        <p:nvSpPr>
          <p:cNvPr id="112" name="Google Shape;112;p3">
            <a:extLst>
              <a:ext uri="{FF2B5EF4-FFF2-40B4-BE49-F238E27FC236}">
                <a16:creationId xmlns:a16="http://schemas.microsoft.com/office/drawing/2014/main" id="{EB3977AC-FFBC-076A-09D9-FE6EF3FA06B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4" name="TextBox 3">
            <a:extLst>
              <a:ext uri="{FF2B5EF4-FFF2-40B4-BE49-F238E27FC236}">
                <a16:creationId xmlns:a16="http://schemas.microsoft.com/office/drawing/2014/main" id="{05F5E460-1852-73DA-22FB-4D85736DF6CB}"/>
              </a:ext>
            </a:extLst>
          </p:cNvPr>
          <p:cNvSpPr txBox="1">
            <a:spLocks noChangeArrowheads="1"/>
          </p:cNvSpPr>
          <p:nvPr/>
        </p:nvSpPr>
        <p:spPr>
          <a:xfrm>
            <a:off x="8243119" y="1396181"/>
            <a:ext cx="3812460" cy="1474681"/>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800" dirty="0">
                <a:latin typeface="Courier New"/>
                <a:cs typeface="Courier New"/>
              </a:rPr>
              <a:t>int main()</a:t>
            </a:r>
          </a:p>
          <a:p>
            <a:pPr marL="0" indent="0">
              <a:spcBef>
                <a:spcPts val="0"/>
              </a:spcBef>
              <a:buNone/>
            </a:pPr>
            <a:r>
              <a:rPr lang="en-US" sz="1800" dirty="0">
                <a:latin typeface="Courier New"/>
                <a:cs typeface="Courier New"/>
              </a:rPr>
              <a:t>{</a:t>
            </a:r>
          </a:p>
          <a:p>
            <a:pPr marL="0" indent="0">
              <a:spcBef>
                <a:spcPts val="0"/>
              </a:spcBef>
              <a:buNone/>
            </a:pPr>
            <a:r>
              <a:rPr lang="en-US" sz="1800" dirty="0">
                <a:latin typeface="Courier New"/>
                <a:cs typeface="Courier New"/>
              </a:rPr>
              <a:t>   int x;</a:t>
            </a:r>
          </a:p>
          <a:p>
            <a:pPr marL="0" indent="0">
              <a:spcBef>
                <a:spcPts val="0"/>
              </a:spcBef>
              <a:buNone/>
            </a:pPr>
            <a:r>
              <a:rPr lang="en-US" sz="1800" dirty="0">
                <a:latin typeface="Courier New"/>
                <a:cs typeface="Courier New"/>
              </a:rPr>
              <a:t>   x = 3;</a:t>
            </a:r>
          </a:p>
          <a:p>
            <a:pPr marL="0" indent="0">
              <a:spcBef>
                <a:spcPts val="0"/>
              </a:spcBef>
              <a:buNone/>
            </a:pPr>
            <a:r>
              <a:rPr lang="en-US" sz="1800" dirty="0">
                <a:latin typeface="Courier New"/>
                <a:cs typeface="Courier New"/>
              </a:rPr>
              <a:t>}</a:t>
            </a:r>
          </a:p>
        </p:txBody>
      </p:sp>
      <p:sp>
        <p:nvSpPr>
          <p:cNvPr id="3" name="TextBox 2">
            <a:extLst>
              <a:ext uri="{FF2B5EF4-FFF2-40B4-BE49-F238E27FC236}">
                <a16:creationId xmlns:a16="http://schemas.microsoft.com/office/drawing/2014/main" id="{B778FCC7-7EDB-F8C0-12D6-3C06906C961E}"/>
              </a:ext>
            </a:extLst>
          </p:cNvPr>
          <p:cNvSpPr txBox="1"/>
          <p:nvPr/>
        </p:nvSpPr>
        <p:spPr>
          <a:xfrm>
            <a:off x="8844314" y="4043106"/>
            <a:ext cx="5804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x :</a:t>
            </a:r>
          </a:p>
        </p:txBody>
      </p:sp>
      <p:sp>
        <p:nvSpPr>
          <p:cNvPr id="6" name="TextBox 5">
            <a:extLst>
              <a:ext uri="{FF2B5EF4-FFF2-40B4-BE49-F238E27FC236}">
                <a16:creationId xmlns:a16="http://schemas.microsoft.com/office/drawing/2014/main" id="{1EED4F57-2257-4E25-DC37-4F272DCB29B1}"/>
              </a:ext>
            </a:extLst>
          </p:cNvPr>
          <p:cNvSpPr txBox="1"/>
          <p:nvPr/>
        </p:nvSpPr>
        <p:spPr>
          <a:xfrm>
            <a:off x="9421101" y="4099554"/>
            <a:ext cx="1814625" cy="307777"/>
          </a:xfrm>
          <a:prstGeom prst="rect">
            <a:avLst/>
          </a:prstGeom>
          <a:noFill/>
          <a:ln>
            <a:solidFill>
              <a:schemeClr val="accent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dirty="0"/>
          </a:p>
        </p:txBody>
      </p:sp>
      <p:sp>
        <p:nvSpPr>
          <p:cNvPr id="8" name="TextBox 7">
            <a:extLst>
              <a:ext uri="{FF2B5EF4-FFF2-40B4-BE49-F238E27FC236}">
                <a16:creationId xmlns:a16="http://schemas.microsoft.com/office/drawing/2014/main" id="{2B6DC288-E542-F60F-97C9-6959F5CA7281}"/>
              </a:ext>
            </a:extLst>
          </p:cNvPr>
          <p:cNvSpPr txBox="1"/>
          <p:nvPr/>
        </p:nvSpPr>
        <p:spPr>
          <a:xfrm>
            <a:off x="8844314" y="5517786"/>
            <a:ext cx="5804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x :</a:t>
            </a:r>
          </a:p>
        </p:txBody>
      </p:sp>
      <p:sp>
        <p:nvSpPr>
          <p:cNvPr id="10" name="TextBox 9">
            <a:extLst>
              <a:ext uri="{FF2B5EF4-FFF2-40B4-BE49-F238E27FC236}">
                <a16:creationId xmlns:a16="http://schemas.microsoft.com/office/drawing/2014/main" id="{A2BE898E-EE92-84E9-8BC0-E7F5743ACD30}"/>
              </a:ext>
            </a:extLst>
          </p:cNvPr>
          <p:cNvSpPr txBox="1"/>
          <p:nvPr/>
        </p:nvSpPr>
        <p:spPr>
          <a:xfrm>
            <a:off x="9421102" y="5461819"/>
            <a:ext cx="1814625" cy="461665"/>
          </a:xfrm>
          <a:prstGeom prst="rect">
            <a:avLst/>
          </a:prstGeom>
          <a:noFill/>
          <a:ln>
            <a:solidFill>
              <a:schemeClr val="accent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3</a:t>
            </a:r>
            <a:endParaRPr lang="en-US"/>
          </a:p>
        </p:txBody>
      </p:sp>
      <p:sp>
        <p:nvSpPr>
          <p:cNvPr id="12" name="TextBox 11">
            <a:extLst>
              <a:ext uri="{FF2B5EF4-FFF2-40B4-BE49-F238E27FC236}">
                <a16:creationId xmlns:a16="http://schemas.microsoft.com/office/drawing/2014/main" id="{61D8C007-B4B8-4418-EF75-638C84FD4FD2}"/>
              </a:ext>
            </a:extLst>
          </p:cNvPr>
          <p:cNvSpPr txBox="1"/>
          <p:nvPr/>
        </p:nvSpPr>
        <p:spPr>
          <a:xfrm>
            <a:off x="8803042" y="3487113"/>
            <a:ext cx="29249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RAM after 1</a:t>
            </a:r>
            <a:r>
              <a:rPr lang="en-US" sz="2000" baseline="30000" dirty="0"/>
              <a:t>st</a:t>
            </a:r>
            <a:r>
              <a:rPr lang="en-US" sz="2000" dirty="0"/>
              <a:t> command</a:t>
            </a:r>
          </a:p>
        </p:txBody>
      </p:sp>
      <p:sp>
        <p:nvSpPr>
          <p:cNvPr id="16" name="TextBox 15">
            <a:extLst>
              <a:ext uri="{FF2B5EF4-FFF2-40B4-BE49-F238E27FC236}">
                <a16:creationId xmlns:a16="http://schemas.microsoft.com/office/drawing/2014/main" id="{D73A1475-8C52-11C2-920D-12A6A8601123}"/>
              </a:ext>
            </a:extLst>
          </p:cNvPr>
          <p:cNvSpPr txBox="1"/>
          <p:nvPr/>
        </p:nvSpPr>
        <p:spPr>
          <a:xfrm>
            <a:off x="8844314" y="4867878"/>
            <a:ext cx="29249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RAM after 2</a:t>
            </a:r>
            <a:r>
              <a:rPr lang="en-US" sz="2000" baseline="30000" dirty="0"/>
              <a:t>nd</a:t>
            </a:r>
            <a:r>
              <a:rPr lang="en-US" sz="2000" dirty="0"/>
              <a:t> command</a:t>
            </a:r>
          </a:p>
        </p:txBody>
      </p:sp>
    </p:spTree>
    <p:extLst>
      <p:ext uri="{BB962C8B-B14F-4D97-AF65-F5344CB8AC3E}">
        <p14:creationId xmlns:p14="http://schemas.microsoft.com/office/powerpoint/2010/main" val="1614660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4C2A3F9-3575-BC59-F6A3-96D855832465}"/>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BBE1095B-B016-6B01-5EF1-25890FBFE857}"/>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Re-assigning variables</a:t>
            </a:r>
            <a:endParaRPr lang="en-US" dirty="0">
              <a:solidFill>
                <a:schemeClr val="accent2"/>
              </a:solidFill>
            </a:endParaRPr>
          </a:p>
        </p:txBody>
      </p:sp>
      <p:sp>
        <p:nvSpPr>
          <p:cNvPr id="111" name="Google Shape;111;p3">
            <a:extLst>
              <a:ext uri="{FF2B5EF4-FFF2-40B4-BE49-F238E27FC236}">
                <a16:creationId xmlns:a16="http://schemas.microsoft.com/office/drawing/2014/main" id="{5DF47985-55D8-BE17-5771-630E2F20475C}"/>
              </a:ext>
            </a:extLst>
          </p:cNvPr>
          <p:cNvSpPr txBox="1">
            <a:spLocks noGrp="1"/>
          </p:cNvSpPr>
          <p:nvPr>
            <p:ph type="body" idx="1"/>
          </p:nvPr>
        </p:nvSpPr>
        <p:spPr>
          <a:xfrm>
            <a:off x="598119" y="1396181"/>
            <a:ext cx="7766770" cy="5211096"/>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n-US" dirty="0"/>
              <a:t>The task of assigning values to a variable can be done multiple times.</a:t>
            </a:r>
          </a:p>
          <a:p>
            <a:pPr marL="228600" lvl="0" indent="-228600">
              <a:spcBef>
                <a:spcPts val="0"/>
              </a:spcBef>
              <a:buSzPts val="2800"/>
            </a:pPr>
            <a:r>
              <a:rPr lang="en-US" dirty="0"/>
              <a:t>Here, the following code has 3 commands, and at this point we all know what each command is individually doing.</a:t>
            </a:r>
          </a:p>
          <a:p>
            <a:pPr marL="228600" lvl="0" indent="-228600">
              <a:spcBef>
                <a:spcPts val="0"/>
              </a:spcBef>
              <a:buSzPts val="2800"/>
            </a:pPr>
            <a:r>
              <a:rPr lang="en-US" dirty="0"/>
              <a:t>This is a good example to get the idea that the punctuation mark for equal in mathematics (=) is actually an </a:t>
            </a:r>
            <a:r>
              <a:rPr lang="en-US" dirty="0">
                <a:solidFill>
                  <a:schemeClr val="accent1">
                    <a:lumMod val="60000"/>
                    <a:lumOff val="40000"/>
                  </a:schemeClr>
                </a:solidFill>
              </a:rPr>
              <a:t>assignment operator</a:t>
            </a:r>
            <a:r>
              <a:rPr lang="en-US" dirty="0"/>
              <a:t> in C programming language</a:t>
            </a:r>
          </a:p>
        </p:txBody>
      </p:sp>
      <p:sp>
        <p:nvSpPr>
          <p:cNvPr id="112" name="Google Shape;112;p3">
            <a:extLst>
              <a:ext uri="{FF2B5EF4-FFF2-40B4-BE49-F238E27FC236}">
                <a16:creationId xmlns:a16="http://schemas.microsoft.com/office/drawing/2014/main" id="{77F3D404-80B9-3218-846D-D040D610E14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4" name="TextBox 3">
            <a:extLst>
              <a:ext uri="{FF2B5EF4-FFF2-40B4-BE49-F238E27FC236}">
                <a16:creationId xmlns:a16="http://schemas.microsoft.com/office/drawing/2014/main" id="{FF669CBB-E78E-86FD-2153-771C8868BADD}"/>
              </a:ext>
            </a:extLst>
          </p:cNvPr>
          <p:cNvSpPr txBox="1">
            <a:spLocks noChangeArrowheads="1"/>
          </p:cNvSpPr>
          <p:nvPr/>
        </p:nvSpPr>
        <p:spPr>
          <a:xfrm>
            <a:off x="8243119" y="1396181"/>
            <a:ext cx="3812460" cy="1474681"/>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800" dirty="0">
                <a:latin typeface="Courier New"/>
                <a:cs typeface="Courier New"/>
              </a:rPr>
              <a:t>int main()</a:t>
            </a:r>
          </a:p>
          <a:p>
            <a:pPr marL="0" indent="0">
              <a:spcBef>
                <a:spcPts val="0"/>
              </a:spcBef>
              <a:buNone/>
            </a:pPr>
            <a:r>
              <a:rPr lang="en-US" sz="1800" dirty="0">
                <a:latin typeface="Courier New"/>
                <a:cs typeface="Courier New"/>
              </a:rPr>
              <a:t>{</a:t>
            </a:r>
          </a:p>
          <a:p>
            <a:pPr marL="0" indent="0">
              <a:spcBef>
                <a:spcPts val="0"/>
              </a:spcBef>
              <a:buNone/>
            </a:pPr>
            <a:r>
              <a:rPr lang="en-US" sz="1800" dirty="0">
                <a:latin typeface="Courier New"/>
                <a:cs typeface="Courier New"/>
              </a:rPr>
              <a:t>   int x;</a:t>
            </a:r>
          </a:p>
          <a:p>
            <a:pPr marL="0" indent="0">
              <a:spcBef>
                <a:spcPts val="0"/>
              </a:spcBef>
              <a:buNone/>
            </a:pPr>
            <a:r>
              <a:rPr lang="en-US" sz="1800" dirty="0">
                <a:latin typeface="Courier New"/>
                <a:cs typeface="Courier New"/>
              </a:rPr>
              <a:t>   x = 3;</a:t>
            </a:r>
          </a:p>
          <a:p>
            <a:pPr marL="0" indent="0">
              <a:spcBef>
                <a:spcPts val="0"/>
              </a:spcBef>
              <a:buNone/>
            </a:pPr>
            <a:r>
              <a:rPr lang="en-US" sz="1800" dirty="0">
                <a:latin typeface="Courier New"/>
                <a:cs typeface="Courier New"/>
              </a:rPr>
              <a:t>   x = 5;</a:t>
            </a:r>
          </a:p>
          <a:p>
            <a:pPr marL="0" indent="0">
              <a:spcBef>
                <a:spcPts val="0"/>
              </a:spcBef>
              <a:buNone/>
            </a:pPr>
            <a:r>
              <a:rPr lang="en-US" sz="1800" dirty="0">
                <a:latin typeface="Courier New"/>
                <a:cs typeface="Courier New"/>
              </a:rPr>
              <a:t>}</a:t>
            </a:r>
          </a:p>
        </p:txBody>
      </p:sp>
      <p:sp>
        <p:nvSpPr>
          <p:cNvPr id="3" name="TextBox 2">
            <a:extLst>
              <a:ext uri="{FF2B5EF4-FFF2-40B4-BE49-F238E27FC236}">
                <a16:creationId xmlns:a16="http://schemas.microsoft.com/office/drawing/2014/main" id="{8A9517B9-E04F-42DE-4DCD-4FAEABDD0C61}"/>
              </a:ext>
            </a:extLst>
          </p:cNvPr>
          <p:cNvSpPr txBox="1"/>
          <p:nvPr/>
        </p:nvSpPr>
        <p:spPr>
          <a:xfrm>
            <a:off x="8435353" y="3596367"/>
            <a:ext cx="5804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x :</a:t>
            </a:r>
          </a:p>
        </p:txBody>
      </p:sp>
      <p:sp>
        <p:nvSpPr>
          <p:cNvPr id="6" name="TextBox 5">
            <a:extLst>
              <a:ext uri="{FF2B5EF4-FFF2-40B4-BE49-F238E27FC236}">
                <a16:creationId xmlns:a16="http://schemas.microsoft.com/office/drawing/2014/main" id="{E58A037A-6331-C155-EC22-5C1365ECE298}"/>
              </a:ext>
            </a:extLst>
          </p:cNvPr>
          <p:cNvSpPr txBox="1"/>
          <p:nvPr/>
        </p:nvSpPr>
        <p:spPr>
          <a:xfrm>
            <a:off x="9012140" y="3652815"/>
            <a:ext cx="1814625" cy="307777"/>
          </a:xfrm>
          <a:prstGeom prst="rect">
            <a:avLst/>
          </a:prstGeom>
          <a:noFill/>
          <a:ln>
            <a:solidFill>
              <a:schemeClr val="accent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dirty="0"/>
          </a:p>
        </p:txBody>
      </p:sp>
      <p:sp>
        <p:nvSpPr>
          <p:cNvPr id="8" name="TextBox 7">
            <a:extLst>
              <a:ext uri="{FF2B5EF4-FFF2-40B4-BE49-F238E27FC236}">
                <a16:creationId xmlns:a16="http://schemas.microsoft.com/office/drawing/2014/main" id="{80E90FB5-50C4-C66C-BA3A-6CCCBB1B9B69}"/>
              </a:ext>
            </a:extLst>
          </p:cNvPr>
          <p:cNvSpPr txBox="1"/>
          <p:nvPr/>
        </p:nvSpPr>
        <p:spPr>
          <a:xfrm>
            <a:off x="8373736" y="4836855"/>
            <a:ext cx="5804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x :</a:t>
            </a:r>
          </a:p>
        </p:txBody>
      </p:sp>
      <p:sp>
        <p:nvSpPr>
          <p:cNvPr id="10" name="TextBox 9">
            <a:extLst>
              <a:ext uri="{FF2B5EF4-FFF2-40B4-BE49-F238E27FC236}">
                <a16:creationId xmlns:a16="http://schemas.microsoft.com/office/drawing/2014/main" id="{432589BB-6D9D-88DF-ACA7-7E0853DD306F}"/>
              </a:ext>
            </a:extLst>
          </p:cNvPr>
          <p:cNvSpPr txBox="1"/>
          <p:nvPr/>
        </p:nvSpPr>
        <p:spPr>
          <a:xfrm>
            <a:off x="8950524" y="4780888"/>
            <a:ext cx="1814625" cy="461665"/>
          </a:xfrm>
          <a:prstGeom prst="rect">
            <a:avLst/>
          </a:prstGeom>
          <a:noFill/>
          <a:ln>
            <a:solidFill>
              <a:schemeClr val="accent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3</a:t>
            </a:r>
            <a:endParaRPr lang="en-US"/>
          </a:p>
        </p:txBody>
      </p:sp>
      <p:sp>
        <p:nvSpPr>
          <p:cNvPr id="12" name="TextBox 11">
            <a:extLst>
              <a:ext uri="{FF2B5EF4-FFF2-40B4-BE49-F238E27FC236}">
                <a16:creationId xmlns:a16="http://schemas.microsoft.com/office/drawing/2014/main" id="{0EDEF33E-716B-0C05-CE67-F7FAC50EEAEF}"/>
              </a:ext>
            </a:extLst>
          </p:cNvPr>
          <p:cNvSpPr txBox="1"/>
          <p:nvPr/>
        </p:nvSpPr>
        <p:spPr>
          <a:xfrm>
            <a:off x="8394081" y="3040374"/>
            <a:ext cx="29249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RAM after 1</a:t>
            </a:r>
            <a:r>
              <a:rPr lang="en-US" sz="2000" baseline="30000" dirty="0"/>
              <a:t>st</a:t>
            </a:r>
            <a:r>
              <a:rPr lang="en-US" sz="2000" dirty="0"/>
              <a:t> command</a:t>
            </a:r>
          </a:p>
        </p:txBody>
      </p:sp>
      <p:sp>
        <p:nvSpPr>
          <p:cNvPr id="16" name="TextBox 15">
            <a:extLst>
              <a:ext uri="{FF2B5EF4-FFF2-40B4-BE49-F238E27FC236}">
                <a16:creationId xmlns:a16="http://schemas.microsoft.com/office/drawing/2014/main" id="{43D3B707-8FB5-788C-E197-743C4CAC9C57}"/>
              </a:ext>
            </a:extLst>
          </p:cNvPr>
          <p:cNvSpPr txBox="1"/>
          <p:nvPr/>
        </p:nvSpPr>
        <p:spPr>
          <a:xfrm>
            <a:off x="8373736" y="4186947"/>
            <a:ext cx="29249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RAM after 2</a:t>
            </a:r>
            <a:r>
              <a:rPr lang="en-US" sz="2000" baseline="30000" dirty="0"/>
              <a:t>nd</a:t>
            </a:r>
            <a:r>
              <a:rPr lang="en-US" sz="2000" dirty="0"/>
              <a:t> command</a:t>
            </a:r>
          </a:p>
        </p:txBody>
      </p:sp>
      <p:sp>
        <p:nvSpPr>
          <p:cNvPr id="15" name="TextBox 14">
            <a:extLst>
              <a:ext uri="{FF2B5EF4-FFF2-40B4-BE49-F238E27FC236}">
                <a16:creationId xmlns:a16="http://schemas.microsoft.com/office/drawing/2014/main" id="{24CC9D07-4729-47D8-40C5-4D68C2AF4C48}"/>
              </a:ext>
            </a:extLst>
          </p:cNvPr>
          <p:cNvSpPr txBox="1"/>
          <p:nvPr/>
        </p:nvSpPr>
        <p:spPr>
          <a:xfrm>
            <a:off x="8489879" y="6032066"/>
            <a:ext cx="5804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x :</a:t>
            </a:r>
          </a:p>
        </p:txBody>
      </p:sp>
      <p:sp>
        <p:nvSpPr>
          <p:cNvPr id="18" name="TextBox 17">
            <a:extLst>
              <a:ext uri="{FF2B5EF4-FFF2-40B4-BE49-F238E27FC236}">
                <a16:creationId xmlns:a16="http://schemas.microsoft.com/office/drawing/2014/main" id="{5C986760-76E0-BD32-AF3B-5EC32E8D472A}"/>
              </a:ext>
            </a:extLst>
          </p:cNvPr>
          <p:cNvSpPr txBox="1"/>
          <p:nvPr/>
        </p:nvSpPr>
        <p:spPr>
          <a:xfrm>
            <a:off x="9066667" y="5976099"/>
            <a:ext cx="1814625" cy="461665"/>
          </a:xfrm>
          <a:prstGeom prst="rect">
            <a:avLst/>
          </a:prstGeom>
          <a:noFill/>
          <a:ln>
            <a:solidFill>
              <a:schemeClr val="accent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5</a:t>
            </a:r>
            <a:endParaRPr lang="en-US" dirty="0"/>
          </a:p>
        </p:txBody>
      </p:sp>
      <p:sp>
        <p:nvSpPr>
          <p:cNvPr id="20" name="TextBox 19">
            <a:extLst>
              <a:ext uri="{FF2B5EF4-FFF2-40B4-BE49-F238E27FC236}">
                <a16:creationId xmlns:a16="http://schemas.microsoft.com/office/drawing/2014/main" id="{48FF31CC-DDBB-5605-3C49-13721CD4BC43}"/>
              </a:ext>
            </a:extLst>
          </p:cNvPr>
          <p:cNvSpPr txBox="1"/>
          <p:nvPr/>
        </p:nvSpPr>
        <p:spPr>
          <a:xfrm>
            <a:off x="8489879" y="5382158"/>
            <a:ext cx="29249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RAM after 3</a:t>
            </a:r>
            <a:r>
              <a:rPr lang="en-US" sz="2000" baseline="30000" dirty="0"/>
              <a:t>rd</a:t>
            </a:r>
            <a:r>
              <a:rPr lang="en-US" sz="2000" dirty="0"/>
              <a:t> command</a:t>
            </a:r>
          </a:p>
        </p:txBody>
      </p:sp>
    </p:spTree>
    <p:extLst>
      <p:ext uri="{BB962C8B-B14F-4D97-AF65-F5344CB8AC3E}">
        <p14:creationId xmlns:p14="http://schemas.microsoft.com/office/powerpoint/2010/main" val="202414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952D6A5-AAB4-300C-3419-E28D5E26621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417533-4EAE-17EA-EC56-CAC13F9D5716}"/>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Introduction to I/O</a:t>
            </a:r>
            <a:endParaRPr lang="en-US" dirty="0">
              <a:solidFill>
                <a:schemeClr val="accent2"/>
              </a:solidFill>
            </a:endParaRPr>
          </a:p>
        </p:txBody>
      </p:sp>
      <p:sp>
        <p:nvSpPr>
          <p:cNvPr id="111" name="Google Shape;111;p3">
            <a:extLst>
              <a:ext uri="{FF2B5EF4-FFF2-40B4-BE49-F238E27FC236}">
                <a16:creationId xmlns:a16="http://schemas.microsoft.com/office/drawing/2014/main" id="{9D599A48-2EED-411A-A153-9F153037CB66}"/>
              </a:ext>
            </a:extLst>
          </p:cNvPr>
          <p:cNvSpPr txBox="1">
            <a:spLocks noGrp="1"/>
          </p:cNvSpPr>
          <p:nvPr>
            <p:ph type="body" idx="1"/>
          </p:nvPr>
        </p:nvSpPr>
        <p:spPr>
          <a:xfrm>
            <a:off x="598117" y="1396181"/>
            <a:ext cx="8899843" cy="5211096"/>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n-US" dirty="0"/>
              <a:t>The phrase “I/O” stands for input-output.</a:t>
            </a:r>
          </a:p>
          <a:p>
            <a:pPr marL="228600" lvl="0" indent="-228600">
              <a:spcBef>
                <a:spcPts val="0"/>
              </a:spcBef>
              <a:buSzPts val="2800"/>
            </a:pPr>
            <a:r>
              <a:rPr lang="en-US" dirty="0"/>
              <a:t>For now, we will learn about output first.</a:t>
            </a:r>
          </a:p>
          <a:p>
            <a:pPr marL="228600" lvl="0" indent="-228600">
              <a:spcBef>
                <a:spcPts val="0"/>
              </a:spcBef>
              <a:buSzPts val="2800"/>
            </a:pPr>
            <a:r>
              <a:rPr lang="en-US" dirty="0"/>
              <a:t>When we run our codes, a black window pops up. We call it the ‘</a:t>
            </a:r>
            <a:r>
              <a:rPr lang="en-US" dirty="0">
                <a:solidFill>
                  <a:srgbClr val="FF0000"/>
                </a:solidFill>
              </a:rPr>
              <a:t>console</a:t>
            </a:r>
            <a:r>
              <a:rPr lang="en-US" dirty="0"/>
              <a:t>’.</a:t>
            </a:r>
          </a:p>
          <a:p>
            <a:pPr marL="228600" lvl="0" indent="-228600">
              <a:spcBef>
                <a:spcPts val="0"/>
              </a:spcBef>
              <a:buSzPts val="2800"/>
            </a:pPr>
            <a:r>
              <a:rPr lang="en-US" dirty="0"/>
              <a:t>If we ran our previous codes, only the default information related to the code gets shown.</a:t>
            </a:r>
          </a:p>
          <a:p>
            <a:pPr marL="228600" lvl="0" indent="-228600">
              <a:spcBef>
                <a:spcPts val="0"/>
              </a:spcBef>
              <a:buSzPts val="2800"/>
            </a:pPr>
            <a:r>
              <a:rPr lang="en-US" dirty="0"/>
              <a:t>But if we do something like this instead, we see something interesting.</a:t>
            </a:r>
          </a:p>
          <a:p>
            <a:pPr marL="228600" lvl="0" indent="-228600">
              <a:spcBef>
                <a:spcPts val="0"/>
              </a:spcBef>
              <a:buSzPts val="2800"/>
            </a:pPr>
            <a:r>
              <a:rPr lang="en-US" dirty="0"/>
              <a:t>We can see an extra line of output in the console which says Hello i.e. exactly what we wrote inside the quotation marks in this code.</a:t>
            </a:r>
          </a:p>
          <a:p>
            <a:pPr marL="228600" indent="-228600">
              <a:spcBef>
                <a:spcPts val="0"/>
              </a:spcBef>
              <a:buSzPts val="2800"/>
            </a:pPr>
            <a:r>
              <a:rPr lang="en-US" dirty="0"/>
              <a:t>This action is called “printing in console” in C language.</a:t>
            </a:r>
          </a:p>
          <a:p>
            <a:pPr marL="228600" lvl="0" indent="-228600">
              <a:spcBef>
                <a:spcPts val="0"/>
              </a:spcBef>
              <a:buSzPts val="2800"/>
            </a:pPr>
            <a:r>
              <a:rPr lang="en-US" dirty="0"/>
              <a:t>Try writing something different.</a:t>
            </a:r>
          </a:p>
        </p:txBody>
      </p:sp>
      <p:sp>
        <p:nvSpPr>
          <p:cNvPr id="112" name="Google Shape;112;p3">
            <a:extLst>
              <a:ext uri="{FF2B5EF4-FFF2-40B4-BE49-F238E27FC236}">
                <a16:creationId xmlns:a16="http://schemas.microsoft.com/office/drawing/2014/main" id="{B6D60E79-0876-5D4E-AE90-3058974892C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4" name="TextBox 3">
            <a:extLst>
              <a:ext uri="{FF2B5EF4-FFF2-40B4-BE49-F238E27FC236}">
                <a16:creationId xmlns:a16="http://schemas.microsoft.com/office/drawing/2014/main" id="{652DD833-3256-20FD-8A57-4F5634EC4473}"/>
              </a:ext>
            </a:extLst>
          </p:cNvPr>
          <p:cNvSpPr txBox="1">
            <a:spLocks noChangeArrowheads="1"/>
          </p:cNvSpPr>
          <p:nvPr/>
        </p:nvSpPr>
        <p:spPr>
          <a:xfrm>
            <a:off x="9148108" y="1396181"/>
            <a:ext cx="2907470" cy="1474681"/>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800" dirty="0">
                <a:latin typeface="Courier New"/>
                <a:cs typeface="Courier New"/>
              </a:rPr>
              <a:t>int main()</a:t>
            </a:r>
          </a:p>
          <a:p>
            <a:pPr marL="0" indent="0">
              <a:spcBef>
                <a:spcPts val="0"/>
              </a:spcBef>
              <a:buNone/>
            </a:pPr>
            <a:r>
              <a:rPr lang="en-US" sz="1800" dirty="0">
                <a:latin typeface="Courier New"/>
                <a:cs typeface="Courier New"/>
              </a:rPr>
              <a:t>{</a:t>
            </a:r>
          </a:p>
          <a:p>
            <a:pPr marL="0" indent="0">
              <a:spcBef>
                <a:spcPts val="0"/>
              </a:spcBef>
              <a:buNone/>
            </a:pPr>
            <a:r>
              <a:rPr lang="en-US" sz="1800" dirty="0">
                <a:latin typeface="Courier New"/>
                <a:cs typeface="Courier New"/>
              </a:rPr>
              <a:t>   </a:t>
            </a:r>
            <a:r>
              <a:rPr lang="en-US" sz="1800" dirty="0" err="1">
                <a:latin typeface="Courier New"/>
                <a:cs typeface="Courier New"/>
              </a:rPr>
              <a:t>printf</a:t>
            </a:r>
            <a:r>
              <a:rPr lang="en-US" sz="1800" dirty="0">
                <a:latin typeface="Courier New"/>
                <a:cs typeface="Courier New"/>
              </a:rPr>
              <a:t>(“Hello”);</a:t>
            </a:r>
          </a:p>
          <a:p>
            <a:pPr marL="0" indent="0">
              <a:spcBef>
                <a:spcPts val="0"/>
              </a:spcBef>
              <a:buNone/>
            </a:pPr>
            <a:r>
              <a:rPr lang="en-US" sz="1800" dirty="0">
                <a:latin typeface="Courier New"/>
                <a:cs typeface="Courier New"/>
              </a:rPr>
              <a:t>}</a:t>
            </a:r>
          </a:p>
        </p:txBody>
      </p:sp>
    </p:spTree>
    <p:extLst>
      <p:ext uri="{BB962C8B-B14F-4D97-AF65-F5344CB8AC3E}">
        <p14:creationId xmlns:p14="http://schemas.microsoft.com/office/powerpoint/2010/main" val="2077851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5F085DF-8FA0-AE7A-92DC-6B3723C21F6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E3512CF1-7DA1-F55B-EBCE-68C8E41EAB0B}"/>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Introduction to I/O</a:t>
            </a:r>
            <a:endParaRPr lang="en-US" dirty="0">
              <a:solidFill>
                <a:schemeClr val="accent2"/>
              </a:solidFill>
            </a:endParaRPr>
          </a:p>
        </p:txBody>
      </p:sp>
      <p:sp>
        <p:nvSpPr>
          <p:cNvPr id="111" name="Google Shape;111;p3">
            <a:extLst>
              <a:ext uri="{FF2B5EF4-FFF2-40B4-BE49-F238E27FC236}">
                <a16:creationId xmlns:a16="http://schemas.microsoft.com/office/drawing/2014/main" id="{04ED4224-DE2A-9CC1-C0E8-E24AE08101D1}"/>
              </a:ext>
            </a:extLst>
          </p:cNvPr>
          <p:cNvSpPr txBox="1">
            <a:spLocks noGrp="1"/>
          </p:cNvSpPr>
          <p:nvPr>
            <p:ph type="body" idx="1"/>
          </p:nvPr>
        </p:nvSpPr>
        <p:spPr>
          <a:xfrm>
            <a:off x="598118" y="1396181"/>
            <a:ext cx="8742527" cy="5211096"/>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n-US" dirty="0"/>
              <a:t>The phrase “I/O” stands for input-output.</a:t>
            </a:r>
          </a:p>
          <a:p>
            <a:pPr marL="228600" lvl="0" indent="-228600">
              <a:spcBef>
                <a:spcPts val="0"/>
              </a:spcBef>
              <a:buSzPts val="2800"/>
            </a:pPr>
            <a:r>
              <a:rPr lang="en-US" dirty="0"/>
              <a:t>For now, we will learn about output first.</a:t>
            </a:r>
          </a:p>
          <a:p>
            <a:pPr marL="228600" lvl="0" indent="-228600">
              <a:spcBef>
                <a:spcPts val="0"/>
              </a:spcBef>
              <a:buSzPts val="2800"/>
            </a:pPr>
            <a:r>
              <a:rPr lang="en-US" dirty="0"/>
              <a:t>When we run our codes, a black window pops up. We call it the ‘</a:t>
            </a:r>
            <a:r>
              <a:rPr lang="en-US" dirty="0">
                <a:solidFill>
                  <a:srgbClr val="FF0000"/>
                </a:solidFill>
              </a:rPr>
              <a:t>console</a:t>
            </a:r>
            <a:r>
              <a:rPr lang="en-US" dirty="0"/>
              <a:t>’.</a:t>
            </a:r>
          </a:p>
          <a:p>
            <a:pPr marL="228600" lvl="0" indent="-228600">
              <a:spcBef>
                <a:spcPts val="0"/>
              </a:spcBef>
              <a:buSzPts val="2800"/>
            </a:pPr>
            <a:r>
              <a:rPr lang="en-US" dirty="0"/>
              <a:t>If we ran our previous codes, only the default information related to the code gets shown.</a:t>
            </a:r>
          </a:p>
          <a:p>
            <a:pPr marL="228600" lvl="0" indent="-228600">
              <a:spcBef>
                <a:spcPts val="0"/>
              </a:spcBef>
              <a:buSzPts val="2800"/>
            </a:pPr>
            <a:r>
              <a:rPr lang="en-US" dirty="0"/>
              <a:t>But if we do something like this instead, we see something interesting.</a:t>
            </a:r>
          </a:p>
          <a:p>
            <a:pPr marL="228600" lvl="0" indent="-228600">
              <a:spcBef>
                <a:spcPts val="0"/>
              </a:spcBef>
              <a:buSzPts val="2800"/>
            </a:pPr>
            <a:r>
              <a:rPr lang="en-US" dirty="0"/>
              <a:t>We can see an extra line of output in the console which says Hello i.e. exactly what we wrote inside the quotation marks in this code.</a:t>
            </a:r>
          </a:p>
          <a:p>
            <a:pPr marL="228600" lvl="0" indent="-228600">
              <a:spcBef>
                <a:spcPts val="0"/>
              </a:spcBef>
              <a:buSzPts val="2800"/>
            </a:pPr>
            <a:r>
              <a:rPr lang="en-US" dirty="0"/>
              <a:t>This action is called “printing in console” in C language.</a:t>
            </a:r>
          </a:p>
          <a:p>
            <a:pPr marL="228600" lvl="0" indent="-228600">
              <a:spcBef>
                <a:spcPts val="0"/>
              </a:spcBef>
              <a:buSzPts val="2800"/>
            </a:pPr>
            <a:r>
              <a:rPr lang="en-US" dirty="0"/>
              <a:t>Try writing something different.</a:t>
            </a:r>
          </a:p>
          <a:p>
            <a:pPr marL="228600" lvl="0" indent="-228600">
              <a:spcBef>
                <a:spcPts val="0"/>
              </a:spcBef>
              <a:buSzPts val="2800"/>
            </a:pPr>
            <a:r>
              <a:rPr lang="en-US" dirty="0"/>
              <a:t>You should see the change in the console.</a:t>
            </a:r>
          </a:p>
        </p:txBody>
      </p:sp>
      <p:sp>
        <p:nvSpPr>
          <p:cNvPr id="112" name="Google Shape;112;p3">
            <a:extLst>
              <a:ext uri="{FF2B5EF4-FFF2-40B4-BE49-F238E27FC236}">
                <a16:creationId xmlns:a16="http://schemas.microsoft.com/office/drawing/2014/main" id="{9F637EB5-3C6A-9D90-8D65-6374CA3F788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4" name="TextBox 3">
            <a:extLst>
              <a:ext uri="{FF2B5EF4-FFF2-40B4-BE49-F238E27FC236}">
                <a16:creationId xmlns:a16="http://schemas.microsoft.com/office/drawing/2014/main" id="{35C2509D-A1FF-064B-0542-B5B8122F8CD4}"/>
              </a:ext>
            </a:extLst>
          </p:cNvPr>
          <p:cNvSpPr txBox="1">
            <a:spLocks noChangeArrowheads="1"/>
          </p:cNvSpPr>
          <p:nvPr/>
        </p:nvSpPr>
        <p:spPr>
          <a:xfrm>
            <a:off x="9026013" y="1396182"/>
            <a:ext cx="3029565" cy="1219200"/>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800" dirty="0">
                <a:latin typeface="Courier New"/>
                <a:cs typeface="Courier New"/>
              </a:rPr>
              <a:t>int main()</a:t>
            </a:r>
          </a:p>
          <a:p>
            <a:pPr marL="0" indent="0">
              <a:spcBef>
                <a:spcPts val="0"/>
              </a:spcBef>
              <a:buNone/>
            </a:pPr>
            <a:r>
              <a:rPr lang="en-US" sz="1800" dirty="0">
                <a:latin typeface="Courier New"/>
                <a:cs typeface="Courier New"/>
              </a:rPr>
              <a:t>{</a:t>
            </a:r>
          </a:p>
          <a:p>
            <a:pPr marL="0" indent="0">
              <a:spcBef>
                <a:spcPts val="0"/>
              </a:spcBef>
              <a:buNone/>
            </a:pPr>
            <a:r>
              <a:rPr lang="en-US" sz="1800" dirty="0">
                <a:latin typeface="Courier New"/>
                <a:cs typeface="Courier New"/>
              </a:rPr>
              <a:t>   </a:t>
            </a:r>
            <a:r>
              <a:rPr lang="en-US" sz="1800" dirty="0" err="1">
                <a:latin typeface="Courier New"/>
                <a:cs typeface="Courier New"/>
              </a:rPr>
              <a:t>printf</a:t>
            </a:r>
            <a:r>
              <a:rPr lang="en-US" sz="1800" dirty="0">
                <a:latin typeface="Courier New"/>
                <a:cs typeface="Courier New"/>
              </a:rPr>
              <a:t>(“Hello”);</a:t>
            </a:r>
          </a:p>
          <a:p>
            <a:pPr marL="0" indent="0">
              <a:spcBef>
                <a:spcPts val="0"/>
              </a:spcBef>
              <a:buNone/>
            </a:pPr>
            <a:r>
              <a:rPr lang="en-US" sz="1800" dirty="0">
                <a:latin typeface="Courier New"/>
                <a:cs typeface="Courier New"/>
              </a:rPr>
              <a:t>}</a:t>
            </a:r>
          </a:p>
        </p:txBody>
      </p:sp>
      <p:sp>
        <p:nvSpPr>
          <p:cNvPr id="5" name="TextBox 4">
            <a:extLst>
              <a:ext uri="{FF2B5EF4-FFF2-40B4-BE49-F238E27FC236}">
                <a16:creationId xmlns:a16="http://schemas.microsoft.com/office/drawing/2014/main" id="{D95F7E15-3796-072E-3051-66938830EACC}"/>
              </a:ext>
            </a:extLst>
          </p:cNvPr>
          <p:cNvSpPr txBox="1">
            <a:spLocks noChangeArrowheads="1"/>
          </p:cNvSpPr>
          <p:nvPr/>
        </p:nvSpPr>
        <p:spPr>
          <a:xfrm>
            <a:off x="8243119" y="3090463"/>
            <a:ext cx="3812460" cy="1099071"/>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800" dirty="0">
                <a:latin typeface="Courier New"/>
                <a:cs typeface="Courier New"/>
              </a:rPr>
              <a:t>int main()</a:t>
            </a:r>
          </a:p>
          <a:p>
            <a:pPr marL="0" indent="0">
              <a:spcBef>
                <a:spcPts val="0"/>
              </a:spcBef>
              <a:buNone/>
            </a:pPr>
            <a:r>
              <a:rPr lang="en-US" sz="1800" dirty="0">
                <a:latin typeface="Courier New"/>
                <a:cs typeface="Courier New"/>
              </a:rPr>
              <a:t>{</a:t>
            </a:r>
          </a:p>
          <a:p>
            <a:pPr marL="0" indent="0">
              <a:spcBef>
                <a:spcPts val="0"/>
              </a:spcBef>
              <a:buNone/>
            </a:pPr>
            <a:r>
              <a:rPr lang="en-US" sz="1800" dirty="0">
                <a:latin typeface="Courier New"/>
                <a:cs typeface="Courier New"/>
              </a:rPr>
              <a:t>   </a:t>
            </a:r>
            <a:r>
              <a:rPr lang="en-US" sz="1800" dirty="0" err="1">
                <a:latin typeface="Courier New"/>
                <a:cs typeface="Courier New"/>
              </a:rPr>
              <a:t>printf</a:t>
            </a:r>
            <a:r>
              <a:rPr lang="en-US" sz="1800" dirty="0">
                <a:latin typeface="Courier New"/>
                <a:cs typeface="Courier New"/>
              </a:rPr>
              <a:t>(“</a:t>
            </a:r>
            <a:r>
              <a:rPr lang="en-US" sz="1800" dirty="0" err="1">
                <a:latin typeface="Courier New"/>
                <a:cs typeface="Courier New"/>
              </a:rPr>
              <a:t>Helloooooo</a:t>
            </a:r>
            <a:r>
              <a:rPr lang="en-US" sz="1800" dirty="0">
                <a:latin typeface="Courier New"/>
                <a:cs typeface="Courier New"/>
              </a:rPr>
              <a:t>”);</a:t>
            </a:r>
          </a:p>
          <a:p>
            <a:pPr marL="0" indent="0">
              <a:spcBef>
                <a:spcPts val="0"/>
              </a:spcBef>
              <a:buNone/>
            </a:pPr>
            <a:r>
              <a:rPr lang="en-US" sz="1800" dirty="0">
                <a:latin typeface="Courier New"/>
                <a:cs typeface="Courier New"/>
              </a:rPr>
              <a:t>}</a:t>
            </a:r>
          </a:p>
        </p:txBody>
      </p:sp>
    </p:spTree>
    <p:extLst>
      <p:ext uri="{BB962C8B-B14F-4D97-AF65-F5344CB8AC3E}">
        <p14:creationId xmlns:p14="http://schemas.microsoft.com/office/powerpoint/2010/main" val="1455214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32C1B9-A9F9-9393-4C6E-B64F0E74E9C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1489DC7-EF58-6451-4A18-B5B67DD94C2B}"/>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Output a text along with a variable</a:t>
            </a:r>
            <a:endParaRPr lang="en-US" dirty="0">
              <a:solidFill>
                <a:schemeClr val="accent2"/>
              </a:solidFill>
            </a:endParaRPr>
          </a:p>
        </p:txBody>
      </p:sp>
      <p:sp>
        <p:nvSpPr>
          <p:cNvPr id="111" name="Google Shape;111;p3">
            <a:extLst>
              <a:ext uri="{FF2B5EF4-FFF2-40B4-BE49-F238E27FC236}">
                <a16:creationId xmlns:a16="http://schemas.microsoft.com/office/drawing/2014/main" id="{6F0D8FE8-4EF7-3E4D-0A64-7A3D67991317}"/>
              </a:ext>
            </a:extLst>
          </p:cNvPr>
          <p:cNvSpPr txBox="1">
            <a:spLocks noGrp="1"/>
          </p:cNvSpPr>
          <p:nvPr>
            <p:ph type="body" idx="1"/>
          </p:nvPr>
        </p:nvSpPr>
        <p:spPr>
          <a:xfrm>
            <a:off x="598118" y="1396181"/>
            <a:ext cx="10755682" cy="5211096"/>
          </a:xfrm>
          <a:prstGeom prst="rect">
            <a:avLst/>
          </a:prstGeom>
          <a:noFill/>
          <a:ln>
            <a:noFill/>
          </a:ln>
        </p:spPr>
        <p:txBody>
          <a:bodyPr spcFirstLastPara="1" wrap="square" lIns="91425" tIns="45700" rIns="91425" bIns="45700" anchor="t" anchorCtr="0">
            <a:normAutofit fontScale="92500"/>
          </a:bodyPr>
          <a:lstStyle/>
          <a:p>
            <a:pPr marL="228600" lvl="0" indent="-228600">
              <a:spcBef>
                <a:spcPts val="0"/>
              </a:spcBef>
              <a:buSzPts val="2800"/>
            </a:pPr>
            <a:r>
              <a:rPr lang="en-US" dirty="0"/>
              <a:t>We know how to declare variables, but we haven’t learnt to print them.</a:t>
            </a:r>
          </a:p>
          <a:p>
            <a:pPr marL="228600" lvl="0" indent="-228600">
              <a:spcBef>
                <a:spcPts val="0"/>
              </a:spcBef>
              <a:buSzPts val="2800"/>
            </a:pPr>
            <a:r>
              <a:rPr lang="en-US" dirty="0"/>
              <a:t>Have a look at the code beside.</a:t>
            </a:r>
          </a:p>
          <a:p>
            <a:pPr marL="228600" lvl="0" indent="-228600">
              <a:spcBef>
                <a:spcPts val="0"/>
              </a:spcBef>
              <a:buSzPts val="2800"/>
            </a:pPr>
            <a:r>
              <a:rPr lang="en-US" dirty="0"/>
              <a:t>It declares and assigns value 3 into variable x</a:t>
            </a:r>
          </a:p>
          <a:p>
            <a:pPr marL="228600" lvl="0" indent="-228600">
              <a:spcBef>
                <a:spcPts val="0"/>
              </a:spcBef>
              <a:buSzPts val="2800"/>
            </a:pPr>
            <a:r>
              <a:rPr lang="en-US" dirty="0"/>
              <a:t>The next line tries to print something. Let’s run the code</a:t>
            </a:r>
          </a:p>
          <a:p>
            <a:pPr marL="228600" lvl="0" indent="-228600">
              <a:spcBef>
                <a:spcPts val="0"/>
              </a:spcBef>
              <a:buSzPts val="2800"/>
            </a:pPr>
            <a:r>
              <a:rPr lang="en-US" dirty="0"/>
              <a:t>The output will be </a:t>
            </a:r>
            <a:r>
              <a:rPr lang="en-US" dirty="0">
                <a:solidFill>
                  <a:schemeClr val="accent2"/>
                </a:solidFill>
              </a:rPr>
              <a:t>value is 3!</a:t>
            </a:r>
            <a:r>
              <a:rPr lang="en-US" dirty="0"/>
              <a:t>.</a:t>
            </a:r>
          </a:p>
          <a:p>
            <a:pPr marL="228600" lvl="0" indent="-228600">
              <a:spcBef>
                <a:spcPts val="0"/>
              </a:spcBef>
              <a:buSzPts val="2800"/>
            </a:pPr>
            <a:r>
              <a:rPr lang="en-US" dirty="0"/>
              <a:t>This </a:t>
            </a:r>
            <a:r>
              <a:rPr lang="en-US" dirty="0" err="1"/>
              <a:t>behaviour</a:t>
            </a:r>
            <a:r>
              <a:rPr lang="en-US" dirty="0"/>
              <a:t> is partially similar as before since it prints whatever text is inside the quotation marks within </a:t>
            </a:r>
            <a:r>
              <a:rPr lang="en-US" dirty="0" err="1"/>
              <a:t>printf</a:t>
            </a:r>
            <a:r>
              <a:rPr lang="en-US" dirty="0"/>
              <a:t>(), but there is a difference.</a:t>
            </a:r>
          </a:p>
          <a:p>
            <a:pPr marL="228600" lvl="0" indent="-228600">
              <a:spcBef>
                <a:spcPts val="0"/>
              </a:spcBef>
              <a:buSzPts val="2800"/>
            </a:pPr>
            <a:r>
              <a:rPr lang="en-US" dirty="0"/>
              <a:t>%d behaves like a placeholder which is replaced by some other value.</a:t>
            </a:r>
          </a:p>
          <a:p>
            <a:pPr marL="228600" lvl="0" indent="-228600">
              <a:spcBef>
                <a:spcPts val="0"/>
              </a:spcBef>
              <a:buSzPts val="2800"/>
            </a:pPr>
            <a:r>
              <a:rPr lang="en-US" dirty="0"/>
              <a:t>The computer looks for the value on the right side after the comma after the text. It finds x, whose value is 3, therefore 3 replaced the %d.</a:t>
            </a:r>
          </a:p>
          <a:p>
            <a:pPr marL="228600" lvl="0" indent="-228600">
              <a:spcBef>
                <a:spcPts val="0"/>
              </a:spcBef>
              <a:buSzPts val="2800"/>
            </a:pPr>
            <a:r>
              <a:rPr lang="en-US" dirty="0"/>
              <a:t>This %d is called </a:t>
            </a:r>
            <a:r>
              <a:rPr lang="en-US" dirty="0">
                <a:solidFill>
                  <a:srgbClr val="FF0000"/>
                </a:solidFill>
              </a:rPr>
              <a:t>format specifier</a:t>
            </a:r>
            <a:r>
              <a:rPr lang="en-US" dirty="0"/>
              <a:t>. We will remember this name.</a:t>
            </a:r>
          </a:p>
          <a:p>
            <a:pPr marL="228600" lvl="0" indent="-228600">
              <a:spcBef>
                <a:spcPts val="0"/>
              </a:spcBef>
              <a:buSzPts val="2800"/>
            </a:pPr>
            <a:r>
              <a:rPr lang="en-US" dirty="0"/>
              <a:t>Run the same code but change x = 3; to x = 5; we will see that output is , </a:t>
            </a:r>
            <a:r>
              <a:rPr lang="en-US" dirty="0">
                <a:solidFill>
                  <a:schemeClr val="accent2"/>
                </a:solidFill>
              </a:rPr>
              <a:t>value is 5!</a:t>
            </a:r>
            <a:r>
              <a:rPr lang="en-US" dirty="0"/>
              <a:t> which proves that %d is truly just a placeholder, since the output changes even though we didn’t touch the text inside </a:t>
            </a:r>
            <a:r>
              <a:rPr lang="en-US" dirty="0" err="1"/>
              <a:t>printf</a:t>
            </a:r>
            <a:r>
              <a:rPr lang="en-US"/>
              <a:t>(“…”).</a:t>
            </a:r>
            <a:endParaRPr lang="en-US" dirty="0"/>
          </a:p>
        </p:txBody>
      </p:sp>
      <p:sp>
        <p:nvSpPr>
          <p:cNvPr id="112" name="Google Shape;112;p3">
            <a:extLst>
              <a:ext uri="{FF2B5EF4-FFF2-40B4-BE49-F238E27FC236}">
                <a16:creationId xmlns:a16="http://schemas.microsoft.com/office/drawing/2014/main" id="{E8B70461-7F57-BFA7-0E7E-06157E4E4F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4" name="TextBox 3">
            <a:extLst>
              <a:ext uri="{FF2B5EF4-FFF2-40B4-BE49-F238E27FC236}">
                <a16:creationId xmlns:a16="http://schemas.microsoft.com/office/drawing/2014/main" id="{7F569C65-D2A9-F8AD-6DAE-B0F2E0457232}"/>
              </a:ext>
            </a:extLst>
          </p:cNvPr>
          <p:cNvSpPr txBox="1">
            <a:spLocks noChangeArrowheads="1"/>
          </p:cNvSpPr>
          <p:nvPr/>
        </p:nvSpPr>
        <p:spPr>
          <a:xfrm>
            <a:off x="8829368" y="1988472"/>
            <a:ext cx="3293805" cy="1258529"/>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400" dirty="0">
                <a:latin typeface="Courier New"/>
                <a:cs typeface="Courier New"/>
              </a:rPr>
              <a:t>int main()</a:t>
            </a:r>
          </a:p>
          <a:p>
            <a:pPr marL="0" indent="0">
              <a:spcBef>
                <a:spcPts val="0"/>
              </a:spcBef>
              <a:buNone/>
            </a:pPr>
            <a:r>
              <a:rPr lang="en-US" sz="1400" dirty="0">
                <a:latin typeface="Courier New"/>
                <a:cs typeface="Courier New"/>
              </a:rPr>
              <a:t>{</a:t>
            </a:r>
          </a:p>
          <a:p>
            <a:pPr marL="0" indent="0">
              <a:spcBef>
                <a:spcPts val="0"/>
              </a:spcBef>
              <a:buNone/>
            </a:pPr>
            <a:r>
              <a:rPr lang="en-US" sz="1400" dirty="0">
                <a:latin typeface="Courier New"/>
                <a:cs typeface="Courier New"/>
              </a:rPr>
              <a:t>   int x;</a:t>
            </a:r>
          </a:p>
          <a:p>
            <a:pPr marL="0" indent="0">
              <a:spcBef>
                <a:spcPts val="0"/>
              </a:spcBef>
              <a:buNone/>
            </a:pPr>
            <a:r>
              <a:rPr lang="en-US" sz="1400" dirty="0">
                <a:latin typeface="Courier New"/>
                <a:cs typeface="Courier New"/>
              </a:rPr>
              <a:t>   x = 3;</a:t>
            </a:r>
          </a:p>
          <a:p>
            <a:pPr marL="0" indent="0">
              <a:spcBef>
                <a:spcPts val="0"/>
              </a:spcBef>
              <a:buNone/>
            </a:pPr>
            <a:r>
              <a:rPr lang="en-US" sz="1400" dirty="0">
                <a:latin typeface="Courier New"/>
                <a:cs typeface="Courier New"/>
              </a:rPr>
              <a:t>   </a:t>
            </a:r>
            <a:r>
              <a:rPr lang="en-US" sz="1400" dirty="0" err="1">
                <a:latin typeface="Courier New"/>
                <a:cs typeface="Courier New"/>
              </a:rPr>
              <a:t>printf</a:t>
            </a:r>
            <a:r>
              <a:rPr lang="en-US" sz="1400" dirty="0">
                <a:latin typeface="Courier New"/>
                <a:cs typeface="Courier New"/>
              </a:rPr>
              <a:t>(“value is %d!”, x);</a:t>
            </a:r>
          </a:p>
          <a:p>
            <a:pPr marL="0" indent="0">
              <a:spcBef>
                <a:spcPts val="0"/>
              </a:spcBef>
              <a:buNone/>
            </a:pPr>
            <a:r>
              <a:rPr lang="en-US" sz="1400" dirty="0">
                <a:latin typeface="Courier New"/>
                <a:cs typeface="Courier New"/>
              </a:rPr>
              <a:t>}</a:t>
            </a:r>
          </a:p>
        </p:txBody>
      </p:sp>
    </p:spTree>
    <p:extLst>
      <p:ext uri="{BB962C8B-B14F-4D97-AF65-F5344CB8AC3E}">
        <p14:creationId xmlns:p14="http://schemas.microsoft.com/office/powerpoint/2010/main" val="2368267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32C1B9-A9F9-9393-4C6E-B64F0E74E9C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1489DC7-EF58-6451-4A18-B5B67DD94C2B}"/>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Rules of naming a variable</a:t>
            </a:r>
            <a:endParaRPr lang="en-US" dirty="0">
              <a:solidFill>
                <a:schemeClr val="accent2"/>
              </a:solidFill>
            </a:endParaRPr>
          </a:p>
        </p:txBody>
      </p:sp>
      <p:sp>
        <p:nvSpPr>
          <p:cNvPr id="111" name="Google Shape;111;p3">
            <a:extLst>
              <a:ext uri="{FF2B5EF4-FFF2-40B4-BE49-F238E27FC236}">
                <a16:creationId xmlns:a16="http://schemas.microsoft.com/office/drawing/2014/main" id="{6F0D8FE8-4EF7-3E4D-0A64-7A3D67991317}"/>
              </a:ext>
            </a:extLst>
          </p:cNvPr>
          <p:cNvSpPr txBox="1">
            <a:spLocks noGrp="1"/>
          </p:cNvSpPr>
          <p:nvPr>
            <p:ph type="body" idx="1"/>
          </p:nvPr>
        </p:nvSpPr>
        <p:spPr>
          <a:xfrm>
            <a:off x="598116" y="1396181"/>
            <a:ext cx="11262189" cy="5211096"/>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n-US" dirty="0"/>
              <a:t>We know how to declare variables, all we need is a name.</a:t>
            </a:r>
          </a:p>
          <a:p>
            <a:pPr marL="228600" lvl="0" indent="-228600">
              <a:spcBef>
                <a:spcPts val="0"/>
              </a:spcBef>
              <a:buSzPts val="2800"/>
            </a:pPr>
            <a:r>
              <a:rPr lang="en-US" dirty="0"/>
              <a:t>The name can be almost anything, with some rules.</a:t>
            </a:r>
          </a:p>
          <a:p>
            <a:pPr marL="685800" lvl="1" indent="-228600">
              <a:spcBef>
                <a:spcPts val="0"/>
              </a:spcBef>
              <a:buSzPts val="2800"/>
            </a:pPr>
            <a:r>
              <a:rPr lang="en-US" dirty="0"/>
              <a:t>It can have multiple letters, not just a single letter name</a:t>
            </a:r>
          </a:p>
          <a:p>
            <a:pPr marL="685800" lvl="1" indent="-228600">
              <a:spcBef>
                <a:spcPts val="0"/>
              </a:spcBef>
              <a:buSzPts val="2800"/>
            </a:pPr>
            <a:r>
              <a:rPr lang="en-US" dirty="0"/>
              <a:t>It can have uppercase-lowercase letters mixed, and that’s case-sensitive. Whenever you use a variable, you must accurately type it. </a:t>
            </a:r>
            <a:r>
              <a:rPr lang="en-US" dirty="0">
                <a:solidFill>
                  <a:srgbClr val="FF0000"/>
                </a:solidFill>
              </a:rPr>
              <a:t>Sum</a:t>
            </a:r>
            <a:r>
              <a:rPr lang="en-US" dirty="0"/>
              <a:t> and </a:t>
            </a:r>
            <a:r>
              <a:rPr lang="en-US" dirty="0">
                <a:solidFill>
                  <a:srgbClr val="FF0000"/>
                </a:solidFill>
              </a:rPr>
              <a:t>sum</a:t>
            </a:r>
            <a:r>
              <a:rPr lang="en-US" dirty="0"/>
              <a:t> are two completely different variable names.</a:t>
            </a:r>
          </a:p>
          <a:p>
            <a:pPr marL="685800" lvl="1" indent="-228600">
              <a:spcBef>
                <a:spcPts val="0"/>
              </a:spcBef>
              <a:buSzPts val="2800"/>
            </a:pPr>
            <a:r>
              <a:rPr lang="en-US" dirty="0"/>
              <a:t>It can contain numbers/digits, but the name </a:t>
            </a:r>
            <a:r>
              <a:rPr lang="en-US" dirty="0">
                <a:solidFill>
                  <a:srgbClr val="FF0000"/>
                </a:solidFill>
              </a:rPr>
              <a:t>cannot start with a number</a:t>
            </a:r>
            <a:r>
              <a:rPr lang="en-US" dirty="0"/>
              <a:t>.</a:t>
            </a:r>
          </a:p>
          <a:p>
            <a:pPr marL="685800" lvl="1" indent="-228600">
              <a:spcBef>
                <a:spcPts val="0"/>
              </a:spcBef>
              <a:buSzPts val="2800"/>
            </a:pPr>
            <a:r>
              <a:rPr lang="en-US" dirty="0"/>
              <a:t>It can contain underscore (_), and it behaves like a letter i.e. can start with it</a:t>
            </a:r>
          </a:p>
          <a:p>
            <a:pPr marL="685800" lvl="1" indent="-228600">
              <a:spcBef>
                <a:spcPts val="0"/>
              </a:spcBef>
              <a:buSzPts val="2800"/>
            </a:pPr>
            <a:r>
              <a:rPr lang="en-US" dirty="0"/>
              <a:t>It cannot be a reserved word in C language. We will know this more in future.</a:t>
            </a:r>
          </a:p>
          <a:p>
            <a:pPr marL="228600" indent="-228600">
              <a:spcBef>
                <a:spcPts val="0"/>
              </a:spcBef>
              <a:buSzPts val="2800"/>
            </a:pPr>
            <a:r>
              <a:rPr lang="en-US" dirty="0"/>
              <a:t>Based on these, which of the </a:t>
            </a:r>
            <a:r>
              <a:rPr lang="en-US"/>
              <a:t>following are </a:t>
            </a:r>
            <a:r>
              <a:rPr lang="en-US" dirty="0"/>
              <a:t>valid variable names?</a:t>
            </a:r>
          </a:p>
          <a:p>
            <a:pPr marL="1143000" lvl="2" indent="-228600">
              <a:spcBef>
                <a:spcPts val="0"/>
              </a:spcBef>
              <a:buSzPts val="2800"/>
            </a:pPr>
            <a:r>
              <a:rPr lang="en-US" dirty="0" err="1"/>
              <a:t>Qqq</a:t>
            </a:r>
            <a:endParaRPr lang="en-US" dirty="0"/>
          </a:p>
          <a:p>
            <a:pPr marL="1143000" lvl="2" indent="-228600">
              <a:spcBef>
                <a:spcPts val="0"/>
              </a:spcBef>
              <a:buSzPts val="2800"/>
            </a:pPr>
            <a:r>
              <a:rPr lang="en-US" dirty="0" err="1"/>
              <a:t>qqq</a:t>
            </a:r>
            <a:endParaRPr lang="en-US" dirty="0"/>
          </a:p>
          <a:p>
            <a:pPr marL="1143000" lvl="2" indent="-228600">
              <a:spcBef>
                <a:spcPts val="0"/>
              </a:spcBef>
              <a:buSzPts val="2800"/>
            </a:pPr>
            <a:r>
              <a:rPr lang="en-US" dirty="0"/>
              <a:t>Prod2</a:t>
            </a:r>
          </a:p>
          <a:p>
            <a:pPr marL="1143000" lvl="2" indent="-228600">
              <a:spcBef>
                <a:spcPts val="0"/>
              </a:spcBef>
              <a:buSzPts val="2800"/>
            </a:pPr>
            <a:r>
              <a:rPr lang="en-US" dirty="0"/>
              <a:t>2Prod</a:t>
            </a:r>
          </a:p>
          <a:p>
            <a:pPr marL="1143000" lvl="2" indent="-228600">
              <a:spcBef>
                <a:spcPts val="0"/>
              </a:spcBef>
              <a:buSzPts val="2800"/>
            </a:pPr>
            <a:r>
              <a:rPr lang="en-US" dirty="0"/>
              <a:t>_a</a:t>
            </a:r>
          </a:p>
          <a:p>
            <a:pPr marL="1143000" lvl="2" indent="-228600">
              <a:spcBef>
                <a:spcPts val="0"/>
              </a:spcBef>
              <a:buSzPts val="2800"/>
            </a:pPr>
            <a:r>
              <a:rPr lang="en-US" dirty="0"/>
              <a:t>_</a:t>
            </a:r>
          </a:p>
          <a:p>
            <a:pPr marL="1143000" lvl="2" indent="-228600">
              <a:spcBef>
                <a:spcPts val="0"/>
              </a:spcBef>
              <a:buSzPts val="2800"/>
            </a:pPr>
            <a:r>
              <a:rPr lang="en-US" dirty="0"/>
              <a:t>int</a:t>
            </a:r>
          </a:p>
          <a:p>
            <a:pPr marL="1143000" lvl="2" indent="-228600">
              <a:spcBef>
                <a:spcPts val="0"/>
              </a:spcBef>
              <a:buSzPts val="2800"/>
            </a:pPr>
            <a:endParaRPr lang="en-US" dirty="0"/>
          </a:p>
        </p:txBody>
      </p:sp>
      <p:sp>
        <p:nvSpPr>
          <p:cNvPr id="112" name="Google Shape;112;p3">
            <a:extLst>
              <a:ext uri="{FF2B5EF4-FFF2-40B4-BE49-F238E27FC236}">
                <a16:creationId xmlns:a16="http://schemas.microsoft.com/office/drawing/2014/main" id="{E8B70461-7F57-BFA7-0E7E-06157E4E4F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068411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32C1B9-A9F9-9393-4C6E-B64F0E74E9C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1489DC7-EF58-6451-4A18-B5B67DD94C2B}"/>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Rules of naming a variable</a:t>
            </a:r>
            <a:endParaRPr lang="en-US" dirty="0">
              <a:solidFill>
                <a:schemeClr val="accent2"/>
              </a:solidFill>
            </a:endParaRPr>
          </a:p>
        </p:txBody>
      </p:sp>
      <p:sp>
        <p:nvSpPr>
          <p:cNvPr id="111" name="Google Shape;111;p3">
            <a:extLst>
              <a:ext uri="{FF2B5EF4-FFF2-40B4-BE49-F238E27FC236}">
                <a16:creationId xmlns:a16="http://schemas.microsoft.com/office/drawing/2014/main" id="{6F0D8FE8-4EF7-3E4D-0A64-7A3D67991317}"/>
              </a:ext>
            </a:extLst>
          </p:cNvPr>
          <p:cNvSpPr txBox="1">
            <a:spLocks noGrp="1"/>
          </p:cNvSpPr>
          <p:nvPr>
            <p:ph type="body" idx="1"/>
          </p:nvPr>
        </p:nvSpPr>
        <p:spPr>
          <a:xfrm>
            <a:off x="598116" y="1396181"/>
            <a:ext cx="11262189" cy="5211096"/>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n-US" dirty="0"/>
              <a:t>We know how to declare variables, all we need is a name.</a:t>
            </a:r>
          </a:p>
          <a:p>
            <a:pPr marL="228600" lvl="0" indent="-228600">
              <a:spcBef>
                <a:spcPts val="0"/>
              </a:spcBef>
              <a:buSzPts val="2800"/>
            </a:pPr>
            <a:r>
              <a:rPr lang="en-US" dirty="0"/>
              <a:t>The name can be almost anything, with some rules.</a:t>
            </a:r>
          </a:p>
          <a:p>
            <a:pPr marL="685800" lvl="1" indent="-228600">
              <a:spcBef>
                <a:spcPts val="0"/>
              </a:spcBef>
              <a:buSzPts val="2800"/>
            </a:pPr>
            <a:r>
              <a:rPr lang="en-US" dirty="0"/>
              <a:t>It can have multiple letters, not just a single letter name</a:t>
            </a:r>
          </a:p>
          <a:p>
            <a:pPr marL="685800" lvl="1" indent="-228600">
              <a:spcBef>
                <a:spcPts val="0"/>
              </a:spcBef>
              <a:buSzPts val="2800"/>
            </a:pPr>
            <a:r>
              <a:rPr lang="en-US" dirty="0"/>
              <a:t>It can have uppercase-lowercase letters mixed, and that’s case-sensitive. Whenever you use a variable, you must accurately type it. </a:t>
            </a:r>
            <a:r>
              <a:rPr lang="en-US" dirty="0">
                <a:solidFill>
                  <a:srgbClr val="FF0000"/>
                </a:solidFill>
              </a:rPr>
              <a:t>Sum</a:t>
            </a:r>
            <a:r>
              <a:rPr lang="en-US" dirty="0"/>
              <a:t> and </a:t>
            </a:r>
            <a:r>
              <a:rPr lang="en-US" dirty="0">
                <a:solidFill>
                  <a:srgbClr val="FF0000"/>
                </a:solidFill>
              </a:rPr>
              <a:t>sum</a:t>
            </a:r>
            <a:r>
              <a:rPr lang="en-US" dirty="0"/>
              <a:t> are two completely different variable names.</a:t>
            </a:r>
          </a:p>
          <a:p>
            <a:pPr marL="685800" lvl="1" indent="-228600">
              <a:spcBef>
                <a:spcPts val="0"/>
              </a:spcBef>
              <a:buSzPts val="2800"/>
            </a:pPr>
            <a:r>
              <a:rPr lang="en-US" dirty="0"/>
              <a:t>It can contain numbers/digits, but the name </a:t>
            </a:r>
            <a:r>
              <a:rPr lang="en-US" dirty="0">
                <a:solidFill>
                  <a:srgbClr val="FF0000"/>
                </a:solidFill>
              </a:rPr>
              <a:t>cannot start with a number</a:t>
            </a:r>
            <a:r>
              <a:rPr lang="en-US" dirty="0"/>
              <a:t>.</a:t>
            </a:r>
          </a:p>
          <a:p>
            <a:pPr marL="685800" lvl="1" indent="-228600">
              <a:spcBef>
                <a:spcPts val="0"/>
              </a:spcBef>
              <a:buSzPts val="2800"/>
            </a:pPr>
            <a:r>
              <a:rPr lang="en-US" dirty="0"/>
              <a:t>It can contain underscore (_), and it behaves like a letter i.e. can start with it</a:t>
            </a:r>
          </a:p>
          <a:p>
            <a:pPr marL="685800" lvl="1" indent="-228600">
              <a:spcBef>
                <a:spcPts val="0"/>
              </a:spcBef>
              <a:buSzPts val="2800"/>
            </a:pPr>
            <a:r>
              <a:rPr lang="en-US" dirty="0"/>
              <a:t>It cannot be a reserved word in C language. We will know this more in future.</a:t>
            </a:r>
          </a:p>
          <a:p>
            <a:pPr marL="228600" indent="-228600">
              <a:spcBef>
                <a:spcPts val="0"/>
              </a:spcBef>
              <a:buSzPts val="2800"/>
            </a:pPr>
            <a:r>
              <a:rPr lang="en-US" dirty="0"/>
              <a:t>Based on these, which of the following are valid variable names?</a:t>
            </a:r>
          </a:p>
          <a:p>
            <a:pPr marL="1143000" lvl="2" indent="-228600">
              <a:spcBef>
                <a:spcPts val="0"/>
              </a:spcBef>
              <a:buSzPts val="2800"/>
            </a:pPr>
            <a:r>
              <a:rPr lang="en-US" dirty="0" err="1">
                <a:solidFill>
                  <a:schemeClr val="accent1">
                    <a:lumMod val="60000"/>
                    <a:lumOff val="40000"/>
                  </a:schemeClr>
                </a:solidFill>
              </a:rPr>
              <a:t>Qqq</a:t>
            </a:r>
            <a:endParaRPr lang="en-US" dirty="0">
              <a:solidFill>
                <a:schemeClr val="accent1">
                  <a:lumMod val="60000"/>
                  <a:lumOff val="40000"/>
                </a:schemeClr>
              </a:solidFill>
            </a:endParaRPr>
          </a:p>
          <a:p>
            <a:pPr marL="1143000" lvl="2" indent="-228600">
              <a:spcBef>
                <a:spcPts val="0"/>
              </a:spcBef>
              <a:buSzPts val="2800"/>
            </a:pPr>
            <a:r>
              <a:rPr lang="en-US" dirty="0" err="1">
                <a:solidFill>
                  <a:schemeClr val="accent1">
                    <a:lumMod val="60000"/>
                    <a:lumOff val="40000"/>
                  </a:schemeClr>
                </a:solidFill>
              </a:rPr>
              <a:t>qqq</a:t>
            </a:r>
            <a:endParaRPr lang="en-US" dirty="0">
              <a:solidFill>
                <a:schemeClr val="accent1">
                  <a:lumMod val="60000"/>
                  <a:lumOff val="40000"/>
                </a:schemeClr>
              </a:solidFill>
            </a:endParaRPr>
          </a:p>
          <a:p>
            <a:pPr marL="1143000" lvl="2" indent="-228600">
              <a:spcBef>
                <a:spcPts val="0"/>
              </a:spcBef>
              <a:buSzPts val="2800"/>
            </a:pPr>
            <a:r>
              <a:rPr lang="en-US" dirty="0">
                <a:solidFill>
                  <a:schemeClr val="accent1">
                    <a:lumMod val="60000"/>
                    <a:lumOff val="40000"/>
                  </a:schemeClr>
                </a:solidFill>
              </a:rPr>
              <a:t>Prod2</a:t>
            </a:r>
          </a:p>
          <a:p>
            <a:pPr marL="1143000" lvl="2" indent="-228600">
              <a:spcBef>
                <a:spcPts val="0"/>
              </a:spcBef>
              <a:buSzPts val="2800"/>
            </a:pPr>
            <a:r>
              <a:rPr lang="en-US" dirty="0">
                <a:solidFill>
                  <a:srgbClr val="FF0000"/>
                </a:solidFill>
              </a:rPr>
              <a:t>2Prod</a:t>
            </a:r>
          </a:p>
          <a:p>
            <a:pPr marL="1143000" lvl="2" indent="-228600">
              <a:spcBef>
                <a:spcPts val="0"/>
              </a:spcBef>
              <a:buSzPts val="2800"/>
            </a:pPr>
            <a:r>
              <a:rPr lang="en-US" dirty="0">
                <a:solidFill>
                  <a:schemeClr val="accent1">
                    <a:lumMod val="60000"/>
                    <a:lumOff val="40000"/>
                  </a:schemeClr>
                </a:solidFill>
              </a:rPr>
              <a:t>_a</a:t>
            </a:r>
          </a:p>
          <a:p>
            <a:pPr marL="1143000" lvl="2" indent="-228600">
              <a:spcBef>
                <a:spcPts val="0"/>
              </a:spcBef>
              <a:buSzPts val="2800"/>
            </a:pPr>
            <a:r>
              <a:rPr lang="en-US" dirty="0">
                <a:solidFill>
                  <a:schemeClr val="accent1">
                    <a:lumMod val="60000"/>
                    <a:lumOff val="40000"/>
                  </a:schemeClr>
                </a:solidFill>
              </a:rPr>
              <a:t>_</a:t>
            </a:r>
          </a:p>
          <a:p>
            <a:pPr marL="1143000" lvl="2" indent="-228600">
              <a:spcBef>
                <a:spcPts val="0"/>
              </a:spcBef>
              <a:buSzPts val="2800"/>
            </a:pPr>
            <a:r>
              <a:rPr lang="en-US" dirty="0">
                <a:solidFill>
                  <a:srgbClr val="FF0000"/>
                </a:solidFill>
              </a:rPr>
              <a:t>int</a:t>
            </a:r>
          </a:p>
          <a:p>
            <a:pPr marL="1143000" lvl="2" indent="-228600">
              <a:spcBef>
                <a:spcPts val="0"/>
              </a:spcBef>
              <a:buSzPts val="2800"/>
            </a:pPr>
            <a:endParaRPr lang="en-US" dirty="0"/>
          </a:p>
        </p:txBody>
      </p:sp>
      <p:sp>
        <p:nvSpPr>
          <p:cNvPr id="112" name="Google Shape;112;p3">
            <a:extLst>
              <a:ext uri="{FF2B5EF4-FFF2-40B4-BE49-F238E27FC236}">
                <a16:creationId xmlns:a16="http://schemas.microsoft.com/office/drawing/2014/main" id="{E8B70461-7F57-BFA7-0E7E-06157E4E4F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05851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32C1B9-A9F9-9393-4C6E-B64F0E74E9C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1489DC7-EF58-6451-4A18-B5B67DD94C2B}"/>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Data types</a:t>
            </a:r>
            <a:endParaRPr lang="en-US" dirty="0">
              <a:solidFill>
                <a:schemeClr val="accent2"/>
              </a:solidFill>
            </a:endParaRPr>
          </a:p>
        </p:txBody>
      </p:sp>
      <p:sp>
        <p:nvSpPr>
          <p:cNvPr id="111" name="Google Shape;111;p3">
            <a:extLst>
              <a:ext uri="{FF2B5EF4-FFF2-40B4-BE49-F238E27FC236}">
                <a16:creationId xmlns:a16="http://schemas.microsoft.com/office/drawing/2014/main" id="{6F0D8FE8-4EF7-3E4D-0A64-7A3D67991317}"/>
              </a:ext>
            </a:extLst>
          </p:cNvPr>
          <p:cNvSpPr txBox="1">
            <a:spLocks noGrp="1"/>
          </p:cNvSpPr>
          <p:nvPr>
            <p:ph type="body" idx="1"/>
          </p:nvPr>
        </p:nvSpPr>
        <p:spPr>
          <a:xfrm>
            <a:off x="448236" y="1396181"/>
            <a:ext cx="11412070" cy="5211096"/>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n-US" dirty="0"/>
              <a:t>Data types are the type of variable we want to store.</a:t>
            </a:r>
          </a:p>
          <a:p>
            <a:pPr marL="228600" lvl="0" indent="-228600">
              <a:spcBef>
                <a:spcPts val="0"/>
              </a:spcBef>
              <a:buSzPts val="2800"/>
            </a:pPr>
            <a:r>
              <a:rPr lang="en-US" dirty="0"/>
              <a:t>For storing whole numbers, we have learnt </a:t>
            </a:r>
            <a:r>
              <a:rPr lang="en-US" dirty="0">
                <a:solidFill>
                  <a:schemeClr val="bg2">
                    <a:lumMod val="50000"/>
                    <a:lumOff val="50000"/>
                  </a:schemeClr>
                </a:solidFill>
              </a:rPr>
              <a:t>int</a:t>
            </a:r>
            <a:r>
              <a:rPr lang="en-US" dirty="0"/>
              <a:t> which represents integers</a:t>
            </a:r>
          </a:p>
          <a:p>
            <a:pPr marL="228600" lvl="0" indent="-228600">
              <a:spcBef>
                <a:spcPts val="0"/>
              </a:spcBef>
              <a:buSzPts val="2800"/>
            </a:pPr>
            <a:r>
              <a:rPr lang="en-US" dirty="0"/>
              <a:t>And, when we wanted to print any integer variable, we used the format specifier %d inside the </a:t>
            </a:r>
            <a:r>
              <a:rPr lang="en-US" dirty="0" err="1"/>
              <a:t>printf</a:t>
            </a:r>
            <a:r>
              <a:rPr lang="en-US" dirty="0"/>
              <a:t>(“…”)</a:t>
            </a:r>
          </a:p>
          <a:p>
            <a:pPr marL="228600" lvl="0" indent="-228600">
              <a:spcBef>
                <a:spcPts val="0"/>
              </a:spcBef>
              <a:buSzPts val="2800"/>
            </a:pPr>
            <a:r>
              <a:rPr lang="en-US" dirty="0"/>
              <a:t>There are data types available, namely float, char etc.</a:t>
            </a:r>
          </a:p>
          <a:p>
            <a:pPr marL="228600" lvl="0" indent="-228600">
              <a:spcBef>
                <a:spcPts val="0"/>
              </a:spcBef>
              <a:buSzPts val="2800"/>
            </a:pPr>
            <a:r>
              <a:rPr lang="en-US" dirty="0">
                <a:solidFill>
                  <a:schemeClr val="bg2">
                    <a:lumMod val="50000"/>
                    <a:lumOff val="50000"/>
                  </a:schemeClr>
                </a:solidFill>
              </a:rPr>
              <a:t>float</a:t>
            </a:r>
            <a:r>
              <a:rPr lang="en-US" dirty="0"/>
              <a:t> is used for fractional numbers, with format specifier </a:t>
            </a:r>
            <a:r>
              <a:rPr lang="en-US" dirty="0">
                <a:solidFill>
                  <a:schemeClr val="accent1">
                    <a:lumMod val="60000"/>
                    <a:lumOff val="40000"/>
                  </a:schemeClr>
                </a:solidFill>
              </a:rPr>
              <a:t>%f</a:t>
            </a:r>
            <a:r>
              <a:rPr lang="en-US" dirty="0"/>
              <a:t>.</a:t>
            </a:r>
          </a:p>
          <a:p>
            <a:pPr marL="228600" lvl="0" indent="-228600">
              <a:spcBef>
                <a:spcPts val="0"/>
              </a:spcBef>
              <a:buSzPts val="2800"/>
            </a:pPr>
            <a:r>
              <a:rPr lang="en-US" dirty="0">
                <a:solidFill>
                  <a:schemeClr val="bg2">
                    <a:lumMod val="50000"/>
                    <a:lumOff val="50000"/>
                  </a:schemeClr>
                </a:solidFill>
              </a:rPr>
              <a:t>char</a:t>
            </a:r>
            <a:r>
              <a:rPr lang="en-US" dirty="0"/>
              <a:t> stands for character, used along with the format specifier </a:t>
            </a:r>
            <a:r>
              <a:rPr lang="en-US" dirty="0">
                <a:solidFill>
                  <a:schemeClr val="accent1">
                    <a:lumMod val="60000"/>
                    <a:lumOff val="40000"/>
                  </a:schemeClr>
                </a:solidFill>
              </a:rPr>
              <a:t>%c</a:t>
            </a:r>
            <a:r>
              <a:rPr lang="en-US" dirty="0"/>
              <a:t>.</a:t>
            </a:r>
          </a:p>
          <a:p>
            <a:pPr marL="228600" lvl="0" indent="-228600">
              <a:spcBef>
                <a:spcPts val="0"/>
              </a:spcBef>
              <a:buSzPts val="2800"/>
            </a:pPr>
            <a:r>
              <a:rPr lang="en-US" dirty="0"/>
              <a:t>The output of the following code will be</a:t>
            </a:r>
          </a:p>
          <a:p>
            <a:pPr marL="0" lvl="0" indent="0">
              <a:spcBef>
                <a:spcPts val="0"/>
              </a:spcBef>
              <a:buSzPts val="2800"/>
              <a:buNone/>
            </a:pPr>
            <a:r>
              <a:rPr lang="en-US" sz="2800" dirty="0">
                <a:latin typeface="Courier New"/>
                <a:cs typeface="Courier New"/>
              </a:rPr>
              <a:t>first value is -3! then comes 5.770000! finally, p</a:t>
            </a:r>
            <a:endParaRPr lang="en-US" dirty="0"/>
          </a:p>
          <a:p>
            <a:pPr marL="1143000" lvl="2" indent="-228600">
              <a:spcBef>
                <a:spcPts val="0"/>
              </a:spcBef>
              <a:buSzPts val="2800"/>
            </a:pPr>
            <a:endParaRPr lang="en-US" dirty="0"/>
          </a:p>
        </p:txBody>
      </p:sp>
      <p:sp>
        <p:nvSpPr>
          <p:cNvPr id="112" name="Google Shape;112;p3">
            <a:extLst>
              <a:ext uri="{FF2B5EF4-FFF2-40B4-BE49-F238E27FC236}">
                <a16:creationId xmlns:a16="http://schemas.microsoft.com/office/drawing/2014/main" id="{E8B70461-7F57-BFA7-0E7E-06157E4E4F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5" name="TextBox 4">
            <a:extLst>
              <a:ext uri="{FF2B5EF4-FFF2-40B4-BE49-F238E27FC236}">
                <a16:creationId xmlns:a16="http://schemas.microsoft.com/office/drawing/2014/main" id="{986D9A8D-723C-4EC7-8CC2-A97724AAD3D7}"/>
              </a:ext>
            </a:extLst>
          </p:cNvPr>
          <p:cNvSpPr txBox="1">
            <a:spLocks noChangeArrowheads="1"/>
          </p:cNvSpPr>
          <p:nvPr/>
        </p:nvSpPr>
        <p:spPr>
          <a:xfrm>
            <a:off x="1586753" y="5455167"/>
            <a:ext cx="7521388" cy="1395573"/>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400" dirty="0">
                <a:latin typeface="Courier New"/>
                <a:cs typeface="Courier New"/>
              </a:rPr>
              <a:t>int main()</a:t>
            </a:r>
          </a:p>
          <a:p>
            <a:pPr marL="0" indent="0">
              <a:spcBef>
                <a:spcPts val="0"/>
              </a:spcBef>
              <a:buNone/>
            </a:pPr>
            <a:r>
              <a:rPr lang="en-US" sz="1400" dirty="0">
                <a:latin typeface="Courier New"/>
                <a:cs typeface="Courier New"/>
              </a:rPr>
              <a:t>{</a:t>
            </a:r>
          </a:p>
          <a:p>
            <a:pPr marL="0" indent="0">
              <a:spcBef>
                <a:spcPts val="0"/>
              </a:spcBef>
              <a:buNone/>
            </a:pPr>
            <a:r>
              <a:rPr lang="en-US" sz="1400" dirty="0">
                <a:latin typeface="Courier New"/>
                <a:cs typeface="Courier New"/>
              </a:rPr>
              <a:t>   int x = -3;</a:t>
            </a:r>
          </a:p>
          <a:p>
            <a:pPr marL="0" indent="0">
              <a:spcBef>
                <a:spcPts val="0"/>
              </a:spcBef>
              <a:buNone/>
            </a:pPr>
            <a:r>
              <a:rPr lang="en-US" sz="1400" dirty="0">
                <a:latin typeface="Courier New"/>
                <a:cs typeface="Courier New"/>
              </a:rPr>
              <a:t>   float y = 5.77;</a:t>
            </a:r>
          </a:p>
          <a:p>
            <a:pPr marL="0" indent="0">
              <a:spcBef>
                <a:spcPts val="0"/>
              </a:spcBef>
              <a:buNone/>
            </a:pPr>
            <a:r>
              <a:rPr lang="en-US" sz="1400" dirty="0">
                <a:latin typeface="Courier New"/>
                <a:cs typeface="Courier New"/>
              </a:rPr>
              <a:t>   char c = ‘p’;</a:t>
            </a:r>
          </a:p>
          <a:p>
            <a:pPr marL="0" indent="0">
              <a:spcBef>
                <a:spcPts val="0"/>
              </a:spcBef>
              <a:buNone/>
            </a:pPr>
            <a:r>
              <a:rPr lang="en-US" sz="1400" dirty="0">
                <a:latin typeface="Courier New"/>
                <a:cs typeface="Courier New"/>
              </a:rPr>
              <a:t>   </a:t>
            </a:r>
            <a:r>
              <a:rPr lang="en-US" sz="1400" dirty="0" err="1">
                <a:latin typeface="Courier New"/>
                <a:cs typeface="Courier New"/>
              </a:rPr>
              <a:t>printf</a:t>
            </a:r>
            <a:r>
              <a:rPr lang="en-US" sz="1400" dirty="0">
                <a:latin typeface="Courier New"/>
                <a:cs typeface="Courier New"/>
              </a:rPr>
              <a:t>(“first value is %d! then comes %f! finally, %c”, x, y, c);</a:t>
            </a:r>
          </a:p>
          <a:p>
            <a:pPr marL="0" indent="0">
              <a:spcBef>
                <a:spcPts val="0"/>
              </a:spcBef>
              <a:buNone/>
            </a:pPr>
            <a:r>
              <a:rPr lang="en-US" sz="1400" dirty="0">
                <a:latin typeface="Courier New"/>
                <a:cs typeface="Courier New"/>
              </a:rPr>
              <a:t>}</a:t>
            </a:r>
          </a:p>
        </p:txBody>
      </p:sp>
    </p:spTree>
    <p:extLst>
      <p:ext uri="{BB962C8B-B14F-4D97-AF65-F5344CB8AC3E}">
        <p14:creationId xmlns:p14="http://schemas.microsoft.com/office/powerpoint/2010/main" val="1772751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32C1B9-A9F9-9393-4C6E-B64F0E74E9C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1489DC7-EF58-6451-4A18-B5B67DD94C2B}"/>
              </a:ext>
            </a:extLst>
          </p:cNvPr>
          <p:cNvSpPr txBox="1">
            <a:spLocks noGrp="1"/>
          </p:cNvSpPr>
          <p:nvPr>
            <p:ph type="title"/>
          </p:nvPr>
        </p:nvSpPr>
        <p:spPr>
          <a:xfrm>
            <a:off x="838200" y="365126"/>
            <a:ext cx="10515600" cy="1031055"/>
          </a:xfrm>
          <a:prstGeom prst="rect">
            <a:avLst/>
          </a:prstGeom>
          <a:noFill/>
          <a:ln>
            <a:noFill/>
          </a:ln>
        </p:spPr>
        <p:txBody>
          <a:bodyPr spcFirstLastPara="1" wrap="square" lIns="91425" tIns="45700" rIns="91425" bIns="45700" anchor="ctr" anchorCtr="0">
            <a:normAutofit/>
          </a:bodyPr>
          <a:lstStyle/>
          <a:p>
            <a:r>
              <a:rPr lang="en-US" dirty="0">
                <a:solidFill>
                  <a:schemeClr val="accent2"/>
                </a:solidFill>
                <a:cs typeface="Arial"/>
              </a:rPr>
              <a:t>Data types</a:t>
            </a:r>
            <a:endParaRPr lang="en-US" dirty="0">
              <a:solidFill>
                <a:schemeClr val="accent2"/>
              </a:solidFill>
            </a:endParaRPr>
          </a:p>
        </p:txBody>
      </p:sp>
      <p:sp>
        <p:nvSpPr>
          <p:cNvPr id="111" name="Google Shape;111;p3">
            <a:extLst>
              <a:ext uri="{FF2B5EF4-FFF2-40B4-BE49-F238E27FC236}">
                <a16:creationId xmlns:a16="http://schemas.microsoft.com/office/drawing/2014/main" id="{6F0D8FE8-4EF7-3E4D-0A64-7A3D67991317}"/>
              </a:ext>
            </a:extLst>
          </p:cNvPr>
          <p:cNvSpPr txBox="1">
            <a:spLocks noGrp="1"/>
          </p:cNvSpPr>
          <p:nvPr>
            <p:ph type="body" idx="1"/>
          </p:nvPr>
        </p:nvSpPr>
        <p:spPr>
          <a:xfrm>
            <a:off x="448236" y="1396180"/>
            <a:ext cx="11412070" cy="419779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spcBef>
                <a:spcPts val="0"/>
              </a:spcBef>
              <a:buSzPts val="2800"/>
            </a:pPr>
            <a:r>
              <a:rPr lang="en-US" dirty="0"/>
              <a:t>Data types are the type of variable we want to store.</a:t>
            </a:r>
          </a:p>
          <a:p>
            <a:pPr marL="228600" lvl="0" indent="-228600">
              <a:spcBef>
                <a:spcPts val="0"/>
              </a:spcBef>
              <a:buSzPts val="2800"/>
            </a:pPr>
            <a:r>
              <a:rPr lang="en-US" dirty="0">
                <a:solidFill>
                  <a:schemeClr val="bg2">
                    <a:lumMod val="50000"/>
                    <a:lumOff val="50000"/>
                  </a:schemeClr>
                </a:solidFill>
              </a:rPr>
              <a:t>float</a:t>
            </a:r>
            <a:r>
              <a:rPr lang="en-US" dirty="0"/>
              <a:t> is used for fractional numbers, with format specifier </a:t>
            </a:r>
            <a:r>
              <a:rPr lang="en-US" dirty="0">
                <a:solidFill>
                  <a:schemeClr val="accent1">
                    <a:lumMod val="60000"/>
                    <a:lumOff val="40000"/>
                  </a:schemeClr>
                </a:solidFill>
              </a:rPr>
              <a:t>%f</a:t>
            </a:r>
            <a:r>
              <a:rPr lang="en-US" dirty="0"/>
              <a:t>.</a:t>
            </a:r>
          </a:p>
          <a:p>
            <a:pPr marL="228600" lvl="0" indent="-228600">
              <a:spcBef>
                <a:spcPts val="0"/>
              </a:spcBef>
              <a:buSzPts val="2800"/>
            </a:pPr>
            <a:r>
              <a:rPr lang="en-US" dirty="0">
                <a:solidFill>
                  <a:schemeClr val="bg2">
                    <a:lumMod val="50000"/>
                    <a:lumOff val="50000"/>
                  </a:schemeClr>
                </a:solidFill>
              </a:rPr>
              <a:t>char</a:t>
            </a:r>
            <a:r>
              <a:rPr lang="en-US" dirty="0"/>
              <a:t> stands for character, used along with the format specifier </a:t>
            </a:r>
            <a:r>
              <a:rPr lang="en-US" dirty="0">
                <a:solidFill>
                  <a:schemeClr val="accent1">
                    <a:lumMod val="60000"/>
                    <a:lumOff val="40000"/>
                  </a:schemeClr>
                </a:solidFill>
              </a:rPr>
              <a:t>%c</a:t>
            </a:r>
            <a:r>
              <a:rPr lang="en-US" dirty="0"/>
              <a:t>. </a:t>
            </a:r>
          </a:p>
          <a:p>
            <a:pPr marL="0" lvl="0" indent="0">
              <a:spcBef>
                <a:spcPts val="0"/>
              </a:spcBef>
              <a:buSzPts val="2800"/>
              <a:buNone/>
            </a:pPr>
            <a:r>
              <a:rPr lang="en-US" sz="2800" dirty="0">
                <a:latin typeface="Courier New"/>
                <a:cs typeface="Courier New"/>
              </a:rPr>
              <a:t>first value is -3! then comes 5.770000! finally, p</a:t>
            </a:r>
            <a:endParaRPr lang="en-US" dirty="0"/>
          </a:p>
          <a:p>
            <a:pPr marL="228600" lvl="0" indent="-228600">
              <a:spcBef>
                <a:spcPts val="0"/>
              </a:spcBef>
              <a:buSzPts val="2800"/>
            </a:pPr>
            <a:r>
              <a:rPr lang="en-US" dirty="0"/>
              <a:t>The output is similar to what we expected, but with a catch that the float variable is printed weirdly using %f.</a:t>
            </a:r>
          </a:p>
          <a:p>
            <a:pPr marL="228600" lvl="0" indent="-228600">
              <a:spcBef>
                <a:spcPts val="0"/>
              </a:spcBef>
              <a:buSzPts val="2800"/>
            </a:pPr>
            <a:r>
              <a:rPr lang="en-US" dirty="0"/>
              <a:t>This happens because C has default of 6 points after decimal to be printed. We can fix it as we want for </a:t>
            </a:r>
            <a:r>
              <a:rPr lang="en-US" dirty="0">
                <a:solidFill>
                  <a:schemeClr val="accent2">
                    <a:lumMod val="75000"/>
                  </a:schemeClr>
                </a:solidFill>
              </a:rPr>
              <a:t>every use</a:t>
            </a:r>
            <a:r>
              <a:rPr lang="en-US" dirty="0"/>
              <a:t>.</a:t>
            </a:r>
          </a:p>
          <a:p>
            <a:pPr marL="228600" lvl="0" indent="-228600">
              <a:spcBef>
                <a:spcPts val="0"/>
              </a:spcBef>
              <a:buSzPts val="2800"/>
            </a:pPr>
            <a:r>
              <a:rPr lang="en-US" dirty="0"/>
              <a:t>Now you will see 5.8 instead of 5.770000. This happens because we forced a decimal number to fit into 1 space after the decimal point</a:t>
            </a:r>
          </a:p>
          <a:p>
            <a:pPr marL="228600" lvl="0" indent="-228600">
              <a:spcBef>
                <a:spcPts val="0"/>
              </a:spcBef>
              <a:buSzPts val="2800"/>
            </a:pPr>
            <a:r>
              <a:rPr lang="en-US" dirty="0"/>
              <a:t>This is the beauty of format specifier, it helps you format your text any way you want, and it separates what we want to print and how we want to print it.</a:t>
            </a:r>
          </a:p>
          <a:p>
            <a:pPr marL="228600" lvl="0" indent="-228600">
              <a:spcBef>
                <a:spcPts val="0"/>
              </a:spcBef>
              <a:buSzPts val="2800"/>
            </a:pPr>
            <a:endParaRPr lang="en-US" dirty="0"/>
          </a:p>
          <a:p>
            <a:pPr marL="228600" lvl="0" indent="-228600">
              <a:spcBef>
                <a:spcPts val="0"/>
              </a:spcBef>
              <a:buSzPts val="2800"/>
            </a:pPr>
            <a:endParaRPr lang="en-US" dirty="0"/>
          </a:p>
          <a:p>
            <a:pPr marL="1143000" lvl="2" indent="-228600">
              <a:spcBef>
                <a:spcPts val="0"/>
              </a:spcBef>
              <a:buSzPts val="2800"/>
            </a:pPr>
            <a:endParaRPr lang="en-US" dirty="0"/>
          </a:p>
        </p:txBody>
      </p:sp>
      <p:sp>
        <p:nvSpPr>
          <p:cNvPr id="112" name="Google Shape;112;p3">
            <a:extLst>
              <a:ext uri="{FF2B5EF4-FFF2-40B4-BE49-F238E27FC236}">
                <a16:creationId xmlns:a16="http://schemas.microsoft.com/office/drawing/2014/main" id="{E8B70461-7F57-BFA7-0E7E-06157E4E4F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5" name="TextBox 4">
            <a:extLst>
              <a:ext uri="{FF2B5EF4-FFF2-40B4-BE49-F238E27FC236}">
                <a16:creationId xmlns:a16="http://schemas.microsoft.com/office/drawing/2014/main" id="{986D9A8D-723C-4EC7-8CC2-A97724AAD3D7}"/>
              </a:ext>
            </a:extLst>
          </p:cNvPr>
          <p:cNvSpPr txBox="1">
            <a:spLocks noChangeArrowheads="1"/>
          </p:cNvSpPr>
          <p:nvPr/>
        </p:nvSpPr>
        <p:spPr>
          <a:xfrm>
            <a:off x="2111188" y="5325902"/>
            <a:ext cx="7871012" cy="1395573"/>
          </a:xfrm>
          <a:prstGeom prst="rect">
            <a:avLst/>
          </a:prstGeom>
          <a:noFill/>
          <a:ln>
            <a:solidFill>
              <a:schemeClr val="accent5">
                <a:lumMod val="40000"/>
                <a:lumOff val="60000"/>
              </a:schemeClr>
            </a:solidFill>
          </a:ln>
        </p:spPr>
        <p:txBody>
          <a:bodyPr vert="horz" lIns="91440" tIns="45720" rIns="91440" bIns="45720" rtlCol="0" anchor="t">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rgbClr val="000000"/>
              </a:buClr>
              <a:buFont typeface="Arial" panose="020B0604020202020204" pitchFamily="34" charset="0"/>
              <a:buChar char="•"/>
              <a:defRPr sz="2800" b="0" i="0" u="none" strike="noStrike" kern="1200" cap="none">
                <a:solidFill>
                  <a:schemeClr val="tx1"/>
                </a:solidFill>
                <a:latin typeface="+mn-lt"/>
                <a:ea typeface="+mn-ea"/>
                <a:cs typeface="+mn-cs"/>
                <a:sym typeface="Arial"/>
              </a:defRPr>
            </a:lvl1pPr>
            <a:lvl2pPr marL="685800" marR="0" lvl="1"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400" b="0" i="0" u="none" strike="noStrike" kern="1200" cap="none">
                <a:solidFill>
                  <a:schemeClr val="tx1"/>
                </a:solidFill>
                <a:latin typeface="+mn-lt"/>
                <a:ea typeface="+mn-ea"/>
                <a:cs typeface="+mn-cs"/>
                <a:sym typeface="Arial"/>
              </a:defRPr>
            </a:lvl2pPr>
            <a:lvl3pPr marL="1143000" marR="0" lvl="2"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2000" b="0" i="0" u="none" strike="noStrike" kern="1200" cap="none">
                <a:solidFill>
                  <a:schemeClr val="tx1"/>
                </a:solidFill>
                <a:latin typeface="+mn-lt"/>
                <a:ea typeface="+mn-ea"/>
                <a:cs typeface="+mn-cs"/>
                <a:sym typeface="Arial"/>
              </a:defRPr>
            </a:lvl3pPr>
            <a:lvl4pPr marL="1600200" marR="0" lvl="3"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4pPr>
            <a:lvl5pPr marL="2057400" marR="0" lvl="4"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5pPr>
            <a:lvl6pPr marL="2514600" marR="0" lvl="5"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6pPr>
            <a:lvl7pPr marL="2971800" marR="0" lvl="6"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7pPr>
            <a:lvl8pPr marL="3429000" marR="0" lvl="7"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8pPr>
            <a:lvl9pPr marL="3886200" marR="0" lvl="8" indent="-228600" algn="l" defTabSz="914400" rtl="0" eaLnBrk="1" latinLnBrk="0" hangingPunct="1">
              <a:lnSpc>
                <a:spcPct val="90000"/>
              </a:lnSpc>
              <a:spcBef>
                <a:spcPts val="500"/>
              </a:spcBef>
              <a:spcAft>
                <a:spcPts val="0"/>
              </a:spcAft>
              <a:buClr>
                <a:srgbClr val="000000"/>
              </a:buClr>
              <a:buFont typeface="Arial" panose="020B0604020202020204" pitchFamily="34" charset="0"/>
              <a:buChar char="•"/>
              <a:defRPr sz="1800" b="0" i="0" u="none" strike="noStrike" kern="1200" cap="none">
                <a:solidFill>
                  <a:schemeClr val="tx1"/>
                </a:solidFill>
                <a:latin typeface="+mn-lt"/>
                <a:ea typeface="+mn-ea"/>
                <a:cs typeface="+mn-cs"/>
                <a:sym typeface="Arial"/>
              </a:defRPr>
            </a:lvl9pPr>
          </a:lstStyle>
          <a:p>
            <a:pPr marL="0" indent="0">
              <a:spcBef>
                <a:spcPts val="0"/>
              </a:spcBef>
              <a:buNone/>
            </a:pPr>
            <a:r>
              <a:rPr lang="en-US" sz="1400" dirty="0">
                <a:latin typeface="Courier New"/>
                <a:cs typeface="Courier New"/>
              </a:rPr>
              <a:t>int main()</a:t>
            </a:r>
          </a:p>
          <a:p>
            <a:pPr marL="0" indent="0">
              <a:spcBef>
                <a:spcPts val="0"/>
              </a:spcBef>
              <a:buNone/>
            </a:pPr>
            <a:r>
              <a:rPr lang="en-US" sz="1400" dirty="0">
                <a:latin typeface="Courier New"/>
                <a:cs typeface="Courier New"/>
              </a:rPr>
              <a:t>{</a:t>
            </a:r>
          </a:p>
          <a:p>
            <a:pPr marL="0" indent="0">
              <a:spcBef>
                <a:spcPts val="0"/>
              </a:spcBef>
              <a:buNone/>
            </a:pPr>
            <a:r>
              <a:rPr lang="en-US" sz="1400" dirty="0">
                <a:latin typeface="Courier New"/>
                <a:cs typeface="Courier New"/>
              </a:rPr>
              <a:t>   int x = -3;</a:t>
            </a:r>
          </a:p>
          <a:p>
            <a:pPr marL="0" indent="0">
              <a:spcBef>
                <a:spcPts val="0"/>
              </a:spcBef>
              <a:buNone/>
            </a:pPr>
            <a:r>
              <a:rPr lang="en-US" sz="1400" dirty="0">
                <a:latin typeface="Courier New"/>
                <a:cs typeface="Courier New"/>
              </a:rPr>
              <a:t>   float y = 5.77;</a:t>
            </a:r>
          </a:p>
          <a:p>
            <a:pPr marL="0" indent="0">
              <a:spcBef>
                <a:spcPts val="0"/>
              </a:spcBef>
              <a:buNone/>
            </a:pPr>
            <a:r>
              <a:rPr lang="en-US" sz="1400" dirty="0">
                <a:latin typeface="Courier New"/>
                <a:cs typeface="Courier New"/>
              </a:rPr>
              <a:t>   char c = ‘p’;</a:t>
            </a:r>
          </a:p>
          <a:p>
            <a:pPr marL="0" indent="0">
              <a:spcBef>
                <a:spcPts val="0"/>
              </a:spcBef>
              <a:buNone/>
            </a:pPr>
            <a:r>
              <a:rPr lang="en-US" sz="1400" dirty="0">
                <a:latin typeface="Courier New"/>
                <a:cs typeface="Courier New"/>
              </a:rPr>
              <a:t>   </a:t>
            </a:r>
            <a:r>
              <a:rPr lang="en-US" sz="1400" dirty="0" err="1">
                <a:latin typeface="Courier New"/>
                <a:cs typeface="Courier New"/>
              </a:rPr>
              <a:t>printf</a:t>
            </a:r>
            <a:r>
              <a:rPr lang="en-US" sz="1400" dirty="0">
                <a:latin typeface="Courier New"/>
                <a:cs typeface="Courier New"/>
              </a:rPr>
              <a:t>(“first value is %d! then comes %.1f! finally, %c”, x, y, c);</a:t>
            </a:r>
          </a:p>
          <a:p>
            <a:pPr marL="0" indent="0">
              <a:spcBef>
                <a:spcPts val="0"/>
              </a:spcBef>
              <a:buNone/>
            </a:pPr>
            <a:r>
              <a:rPr lang="en-US" sz="1400" dirty="0">
                <a:latin typeface="Courier New"/>
                <a:cs typeface="Courier New"/>
              </a:rPr>
              <a:t>}</a:t>
            </a:r>
          </a:p>
        </p:txBody>
      </p:sp>
    </p:spTree>
    <p:extLst>
      <p:ext uri="{BB962C8B-B14F-4D97-AF65-F5344CB8AC3E}">
        <p14:creationId xmlns:p14="http://schemas.microsoft.com/office/powerpoint/2010/main" val="105649835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4421</TotalTime>
  <Words>1697</Words>
  <Application>Microsoft Office PowerPoint</Application>
  <PresentationFormat>Widescreen</PresentationFormat>
  <Paragraphs>201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Cambria</vt:lpstr>
      <vt:lpstr>Courier New</vt:lpstr>
      <vt:lpstr>Office Theme</vt:lpstr>
      <vt:lpstr>CSE115 Programming Language I</vt:lpstr>
      <vt:lpstr>C Programming</vt:lpstr>
      <vt:lpstr>Introduction to Variables</vt:lpstr>
      <vt:lpstr>Declaring variables</vt:lpstr>
      <vt:lpstr>Declaring variables</vt:lpstr>
      <vt:lpstr>Re-assigning variables</vt:lpstr>
      <vt:lpstr>Introduction to I/O</vt:lpstr>
      <vt:lpstr>Introduction to I/O</vt:lpstr>
      <vt:lpstr>Output a text along with a variable</vt:lpstr>
      <vt:lpstr>Rules of naming a variable</vt:lpstr>
      <vt:lpstr>Rules of naming a variable</vt:lpstr>
      <vt:lpstr>Data types</vt:lpstr>
      <vt:lpstr>Data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CSE115 Programming Language I</dc:title>
  <dc:creator>Mohaiminul Islam</dc:creator>
  <cp:lastModifiedBy>Md Mohaiminul Islam</cp:lastModifiedBy>
  <cp:revision>2604</cp:revision>
  <dcterms:created xsi:type="dcterms:W3CDTF">2026-06-03T23:57:42Z</dcterms:created>
  <dcterms:modified xsi:type="dcterms:W3CDTF">2026-09-26T19:25:13Z</dcterms:modified>
</cp:coreProperties>
</file>