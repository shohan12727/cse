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75" r:id="rId6"/>
    <p:sldId id="328" r:id="rId7"/>
    <p:sldId id="338" r:id="rId8"/>
    <p:sldId id="329" r:id="rId9"/>
    <p:sldId id="330" r:id="rId10"/>
    <p:sldId id="331" r:id="rId11"/>
    <p:sldId id="333" r:id="rId12"/>
    <p:sldId id="334" r:id="rId13"/>
    <p:sldId id="319" r:id="rId14"/>
    <p:sldId id="335" r:id="rId15"/>
    <p:sldId id="332" r:id="rId16"/>
    <p:sldId id="336" r:id="rId17"/>
    <p:sldId id="337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5" roundtripDataSignature="AMtx7mgzRR7+2CI9s5OSZtfk0dAkjcIw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4BCBF5-0A94-0D22-D117-60E4DD4278C2}" v="1263" dt="2026-06-18T01:59:45.195"/>
    <p1510:client id="{D863368B-0999-3DE6-33D2-692B645D602F}" v="736" dt="2026-06-19T11:44:11.665"/>
  </p1510:revLst>
</p1510:revInfo>
</file>

<file path=ppt/tableStyles.xml><?xml version="1.0" encoding="utf-8"?>
<a:tblStyleLst xmlns:a="http://schemas.openxmlformats.org/drawingml/2006/main" def="{197647FD-0D6F-481F-B61F-CDA2E27D22BF}">
  <a:tblStyle styleId="{197647FD-0D6F-481F-B61F-CDA2E27D22BF}" styleName="Table_0">
    <a:wholeTbl>
      <a:tcTxStyle b="off" i="off">
        <a:font>
          <a:latin typeface="Cambria"/>
          <a:ea typeface="Cambria"/>
          <a:cs typeface="Cambria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AE7"/>
          </a:solidFill>
        </a:fill>
      </a:tcStyle>
    </a:wholeTbl>
    <a:band1H>
      <a:tcTxStyle/>
      <a:tcStyle>
        <a:tcBdr/>
        <a:fill>
          <a:solidFill>
            <a:srgbClr val="CBD3CB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BD3CB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mbria"/>
          <a:ea typeface="Cambria"/>
          <a:cs typeface="Cambria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mbria"/>
          <a:ea typeface="Cambria"/>
          <a:cs typeface="Cambria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mbria"/>
          <a:ea typeface="Cambria"/>
          <a:cs typeface="Cambria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mbria"/>
          <a:ea typeface="Cambria"/>
          <a:cs typeface="Cambria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iminul Islam" userId="S::mohaiminul.islam@northsouth.edu::b8c578dd-123e-4080-8513-c25e2f552200" providerId="AD" clId="Web-{D64BCBF5-0A94-0D22-D117-60E4DD4278C2}"/>
    <pc:docChg chg="addSld delSld modSld">
      <pc:chgData name="Mohaiminul Islam" userId="S::mohaiminul.islam@northsouth.edu::b8c578dd-123e-4080-8513-c25e2f552200" providerId="AD" clId="Web-{D64BCBF5-0A94-0D22-D117-60E4DD4278C2}" dt="2026-06-18T01:59:45.195" v="1270" actId="20577"/>
      <pc:docMkLst>
        <pc:docMk/>
      </pc:docMkLst>
      <pc:sldChg chg="modSp">
        <pc:chgData name="Mohaiminul Islam" userId="S::mohaiminul.islam@northsouth.edu::b8c578dd-123e-4080-8513-c25e2f552200" providerId="AD" clId="Web-{D64BCBF5-0A94-0D22-D117-60E4DD4278C2}" dt="2026-06-17T18:24:16.707" v="622" actId="20577"/>
        <pc:sldMkLst>
          <pc:docMk/>
          <pc:sldMk cId="0" sldId="256"/>
        </pc:sldMkLst>
        <pc:spChg chg="mod">
          <ac:chgData name="Mohaiminul Islam" userId="S::mohaiminul.islam@northsouth.edu::b8c578dd-123e-4080-8513-c25e2f552200" providerId="AD" clId="Web-{D64BCBF5-0A94-0D22-D117-60E4DD4278C2}" dt="2026-06-17T18:24:16.707" v="622" actId="20577"/>
          <ac:spMkLst>
            <pc:docMk/>
            <pc:sldMk cId="0" sldId="256"/>
            <ac:spMk id="98" creationId="{00000000-0000-0000-0000-000000000000}"/>
          </ac:spMkLst>
        </pc:spChg>
      </pc:sldChg>
      <pc:sldChg chg="modSp">
        <pc:chgData name="Mohaiminul Islam" userId="S::mohaiminul.islam@northsouth.edu::b8c578dd-123e-4080-8513-c25e2f552200" providerId="AD" clId="Web-{D64BCBF5-0A94-0D22-D117-60E4DD4278C2}" dt="2026-06-17T10:49:22.601" v="38" actId="20577"/>
        <pc:sldMkLst>
          <pc:docMk/>
          <pc:sldMk cId="0" sldId="257"/>
        </pc:sldMkLst>
        <pc:spChg chg="mod">
          <ac:chgData name="Mohaiminul Islam" userId="S::mohaiminul.islam@northsouth.edu::b8c578dd-123e-4080-8513-c25e2f552200" providerId="AD" clId="Web-{D64BCBF5-0A94-0D22-D117-60E4DD4278C2}" dt="2026-06-17T10:49:22.601" v="38" actId="20577"/>
          <ac:spMkLst>
            <pc:docMk/>
            <pc:sldMk cId="0" sldId="257"/>
            <ac:spMk id="104" creationId="{00000000-0000-0000-0000-000000000000}"/>
          </ac:spMkLst>
        </pc:spChg>
      </pc:sldChg>
      <pc:sldChg chg="modSp">
        <pc:chgData name="Mohaiminul Islam" userId="S::mohaiminul.islam@northsouth.edu::b8c578dd-123e-4080-8513-c25e2f552200" providerId="AD" clId="Web-{D64BCBF5-0A94-0D22-D117-60E4DD4278C2}" dt="2026-06-17T14:12:02.089" v="285" actId="20577"/>
        <pc:sldMkLst>
          <pc:docMk/>
          <pc:sldMk cId="0" sldId="258"/>
        </pc:sldMkLst>
        <pc:spChg chg="mod">
          <ac:chgData name="Mohaiminul Islam" userId="S::mohaiminul.islam@northsouth.edu::b8c578dd-123e-4080-8513-c25e2f552200" providerId="AD" clId="Web-{D64BCBF5-0A94-0D22-D117-60E4DD4278C2}" dt="2026-06-17T10:49:33.148" v="43" actId="20577"/>
          <ac:spMkLst>
            <pc:docMk/>
            <pc:sldMk cId="0" sldId="258"/>
            <ac:spMk id="110" creationId="{00000000-0000-0000-0000-000000000000}"/>
          </ac:spMkLst>
        </pc:spChg>
        <pc:spChg chg="mod">
          <ac:chgData name="Mohaiminul Islam" userId="S::mohaiminul.islam@northsouth.edu::b8c578dd-123e-4080-8513-c25e2f552200" providerId="AD" clId="Web-{D64BCBF5-0A94-0D22-D117-60E4DD4278C2}" dt="2026-06-17T14:12:02.089" v="285" actId="20577"/>
          <ac:spMkLst>
            <pc:docMk/>
            <pc:sldMk cId="0" sldId="258"/>
            <ac:spMk id="111" creationId="{00000000-0000-0000-0000-000000000000}"/>
          </ac:spMkLst>
        </pc:spChg>
      </pc:sldChg>
      <pc:sldChg chg="addSp delSp modSp">
        <pc:chgData name="Mohaiminul Islam" userId="S::mohaiminul.islam@northsouth.edu::b8c578dd-123e-4080-8513-c25e2f552200" providerId="AD" clId="Web-{D64BCBF5-0A94-0D22-D117-60E4DD4278C2}" dt="2026-06-17T14:42:26.830" v="614"/>
        <pc:sldMkLst>
          <pc:docMk/>
          <pc:sldMk cId="0" sldId="259"/>
        </pc:sldMkLst>
        <pc:spChg chg="mod">
          <ac:chgData name="Mohaiminul Islam" userId="S::mohaiminul.islam@northsouth.edu::b8c578dd-123e-4080-8513-c25e2f552200" providerId="AD" clId="Web-{D64BCBF5-0A94-0D22-D117-60E4DD4278C2}" dt="2026-06-17T14:12:13.589" v="286" actId="20577"/>
          <ac:spMkLst>
            <pc:docMk/>
            <pc:sldMk cId="0" sldId="259"/>
            <ac:spMk id="117" creationId="{00000000-0000-0000-0000-000000000000}"/>
          </ac:spMkLst>
        </pc:spChg>
        <pc:graphicFrameChg chg="mod modGraphic">
          <ac:chgData name="Mohaiminul Islam" userId="S::mohaiminul.islam@northsouth.edu::b8c578dd-123e-4080-8513-c25e2f552200" providerId="AD" clId="Web-{D64BCBF5-0A94-0D22-D117-60E4DD4278C2}" dt="2026-06-17T14:42:26.830" v="614"/>
          <ac:graphicFrameMkLst>
            <pc:docMk/>
            <pc:sldMk cId="0" sldId="259"/>
            <ac:graphicFrameMk id="120" creationId="{00000000-0000-0000-0000-000000000000}"/>
          </ac:graphicFrameMkLst>
        </pc:graphicFrameChg>
      </pc:sldChg>
      <pc:sldChg chg="addSp delSp modSp del">
        <pc:chgData name="Mohaiminul Islam" userId="S::mohaiminul.islam@northsouth.edu::b8c578dd-123e-4080-8513-c25e2f552200" providerId="AD" clId="Web-{D64BCBF5-0A94-0D22-D117-60E4DD4278C2}" dt="2026-06-18T01:29:51.684" v="628"/>
        <pc:sldMkLst>
          <pc:docMk/>
          <pc:sldMk cId="0" sldId="261"/>
        </pc:sldMkLst>
        <pc:spChg chg="add del mod">
          <ac:chgData name="Mohaiminul Islam" userId="S::mohaiminul.islam@northsouth.edu::b8c578dd-123e-4080-8513-c25e2f552200" providerId="AD" clId="Web-{D64BCBF5-0A94-0D22-D117-60E4DD4278C2}" dt="2026-06-18T01:29:19.433" v="626"/>
          <ac:spMkLst>
            <pc:docMk/>
            <pc:sldMk cId="0" sldId="261"/>
            <ac:spMk id="2" creationId="{7DF4DF58-49EF-B4C9-D1E9-E1D5F4D098EC}"/>
          </ac:spMkLst>
        </pc:spChg>
      </pc:sldChg>
      <pc:sldChg chg="del">
        <pc:chgData name="Mohaiminul Islam" userId="S::mohaiminul.islam@northsouth.edu::b8c578dd-123e-4080-8513-c25e2f552200" providerId="AD" clId="Web-{D64BCBF5-0A94-0D22-D117-60E4DD4278C2}" dt="2026-06-18T01:36:37.774" v="798"/>
        <pc:sldMkLst>
          <pc:docMk/>
          <pc:sldMk cId="0" sldId="262"/>
        </pc:sldMkLst>
      </pc:sldChg>
      <pc:sldChg chg="del">
        <pc:chgData name="Mohaiminul Islam" userId="S::mohaiminul.islam@northsouth.edu::b8c578dd-123e-4080-8513-c25e2f552200" providerId="AD" clId="Web-{D64BCBF5-0A94-0D22-D117-60E4DD4278C2}" dt="2026-06-18T01:36:39.337" v="799"/>
        <pc:sldMkLst>
          <pc:docMk/>
          <pc:sldMk cId="0" sldId="263"/>
        </pc:sldMkLst>
      </pc:sldChg>
      <pc:sldChg chg="del">
        <pc:chgData name="Mohaiminul Islam" userId="S::mohaiminul.islam@northsouth.edu::b8c578dd-123e-4080-8513-c25e2f552200" providerId="AD" clId="Web-{D64BCBF5-0A94-0D22-D117-60E4DD4278C2}" dt="2026-06-18T01:36:40.556" v="800"/>
        <pc:sldMkLst>
          <pc:docMk/>
          <pc:sldMk cId="0" sldId="264"/>
        </pc:sldMkLst>
      </pc:sldChg>
      <pc:sldChg chg="del">
        <pc:chgData name="Mohaiminul Islam" userId="S::mohaiminul.islam@northsouth.edu::b8c578dd-123e-4080-8513-c25e2f552200" providerId="AD" clId="Web-{D64BCBF5-0A94-0D22-D117-60E4DD4278C2}" dt="2026-06-18T01:36:41.540" v="801"/>
        <pc:sldMkLst>
          <pc:docMk/>
          <pc:sldMk cId="0" sldId="265"/>
        </pc:sldMkLst>
      </pc:sldChg>
      <pc:sldChg chg="del">
        <pc:chgData name="Mohaiminul Islam" userId="S::mohaiminul.islam@northsouth.edu::b8c578dd-123e-4080-8513-c25e2f552200" providerId="AD" clId="Web-{D64BCBF5-0A94-0D22-D117-60E4DD4278C2}" dt="2026-06-18T01:36:42.196" v="802"/>
        <pc:sldMkLst>
          <pc:docMk/>
          <pc:sldMk cId="0" sldId="266"/>
        </pc:sldMkLst>
      </pc:sldChg>
      <pc:sldChg chg="del">
        <pc:chgData name="Mohaiminul Islam" userId="S::mohaiminul.islam@northsouth.edu::b8c578dd-123e-4080-8513-c25e2f552200" providerId="AD" clId="Web-{D64BCBF5-0A94-0D22-D117-60E4DD4278C2}" dt="2026-06-18T01:36:43.056" v="803"/>
        <pc:sldMkLst>
          <pc:docMk/>
          <pc:sldMk cId="0" sldId="267"/>
        </pc:sldMkLst>
      </pc:sldChg>
      <pc:sldChg chg="del">
        <pc:chgData name="Mohaiminul Islam" userId="S::mohaiminul.islam@northsouth.edu::b8c578dd-123e-4080-8513-c25e2f552200" providerId="AD" clId="Web-{D64BCBF5-0A94-0D22-D117-60E4DD4278C2}" dt="2026-06-18T01:36:43.650" v="804"/>
        <pc:sldMkLst>
          <pc:docMk/>
          <pc:sldMk cId="0" sldId="268"/>
        </pc:sldMkLst>
      </pc:sldChg>
      <pc:sldChg chg="del">
        <pc:chgData name="Mohaiminul Islam" userId="S::mohaiminul.islam@northsouth.edu::b8c578dd-123e-4080-8513-c25e2f552200" providerId="AD" clId="Web-{D64BCBF5-0A94-0D22-D117-60E4DD4278C2}" dt="2026-06-18T01:36:45.134" v="805"/>
        <pc:sldMkLst>
          <pc:docMk/>
          <pc:sldMk cId="0" sldId="269"/>
        </pc:sldMkLst>
      </pc:sldChg>
      <pc:sldChg chg="del">
        <pc:chgData name="Mohaiminul Islam" userId="S::mohaiminul.islam@northsouth.edu::b8c578dd-123e-4080-8513-c25e2f552200" providerId="AD" clId="Web-{D64BCBF5-0A94-0D22-D117-60E4DD4278C2}" dt="2026-06-18T01:36:48.103" v="806"/>
        <pc:sldMkLst>
          <pc:docMk/>
          <pc:sldMk cId="0" sldId="270"/>
        </pc:sldMkLst>
      </pc:sldChg>
      <pc:sldChg chg="del">
        <pc:chgData name="Mohaiminul Islam" userId="S::mohaiminul.islam@northsouth.edu::b8c578dd-123e-4080-8513-c25e2f552200" providerId="AD" clId="Web-{D64BCBF5-0A94-0D22-D117-60E4DD4278C2}" dt="2026-06-18T01:36:50.619" v="807"/>
        <pc:sldMkLst>
          <pc:docMk/>
          <pc:sldMk cId="0" sldId="271"/>
        </pc:sldMkLst>
      </pc:sldChg>
      <pc:sldChg chg="del">
        <pc:chgData name="Mohaiminul Islam" userId="S::mohaiminul.islam@northsouth.edu::b8c578dd-123e-4080-8513-c25e2f552200" providerId="AD" clId="Web-{D64BCBF5-0A94-0D22-D117-60E4DD4278C2}" dt="2026-06-18T01:36:53.400" v="808"/>
        <pc:sldMkLst>
          <pc:docMk/>
          <pc:sldMk cId="0" sldId="272"/>
        </pc:sldMkLst>
      </pc:sldChg>
      <pc:sldChg chg="del">
        <pc:chgData name="Mohaiminul Islam" userId="S::mohaiminul.islam@northsouth.edu::b8c578dd-123e-4080-8513-c25e2f552200" providerId="AD" clId="Web-{D64BCBF5-0A94-0D22-D117-60E4DD4278C2}" dt="2026-06-18T01:36:54.791" v="809"/>
        <pc:sldMkLst>
          <pc:docMk/>
          <pc:sldMk cId="0" sldId="273"/>
        </pc:sldMkLst>
      </pc:sldChg>
      <pc:sldChg chg="del">
        <pc:chgData name="Mohaiminul Islam" userId="S::mohaiminul.islam@northsouth.edu::b8c578dd-123e-4080-8513-c25e2f552200" providerId="AD" clId="Web-{D64BCBF5-0A94-0D22-D117-60E4DD4278C2}" dt="2026-06-18T01:36:56.447" v="810"/>
        <pc:sldMkLst>
          <pc:docMk/>
          <pc:sldMk cId="0" sldId="274"/>
        </pc:sldMkLst>
      </pc:sldChg>
      <pc:sldChg chg="modSp add replId">
        <pc:chgData name="Mohaiminul Islam" userId="S::mohaiminul.islam@northsouth.edu::b8c578dd-123e-4080-8513-c25e2f552200" providerId="AD" clId="Web-{D64BCBF5-0A94-0D22-D117-60E4DD4278C2}" dt="2026-06-17T14:42:26.940" v="615"/>
        <pc:sldMkLst>
          <pc:docMk/>
          <pc:sldMk cId="3697535716" sldId="275"/>
        </pc:sldMkLst>
        <pc:graphicFrameChg chg="mod modGraphic">
          <ac:chgData name="Mohaiminul Islam" userId="S::mohaiminul.islam@northsouth.edu::b8c578dd-123e-4080-8513-c25e2f552200" providerId="AD" clId="Web-{D64BCBF5-0A94-0D22-D117-60E4DD4278C2}" dt="2026-06-17T14:42:26.940" v="615"/>
          <ac:graphicFrameMkLst>
            <pc:docMk/>
            <pc:sldMk cId="3697535716" sldId="275"/>
            <ac:graphicFrameMk id="120" creationId="{F429178B-9403-6D03-DF79-6633F30E5616}"/>
          </ac:graphicFrameMkLst>
        </pc:graphicFrameChg>
      </pc:sldChg>
      <pc:sldChg chg="modSp add">
        <pc:chgData name="Mohaiminul Islam" userId="S::mohaiminul.islam@northsouth.edu::b8c578dd-123e-4080-8513-c25e2f552200" providerId="AD" clId="Web-{D64BCBF5-0A94-0D22-D117-60E4DD4278C2}" dt="2026-06-18T01:30:52.576" v="656" actId="20577"/>
        <pc:sldMkLst>
          <pc:docMk/>
          <pc:sldMk cId="3703339909" sldId="319"/>
        </pc:sldMkLst>
        <pc:spChg chg="mod">
          <ac:chgData name="Mohaiminul Islam" userId="S::mohaiminul.islam@northsouth.edu::b8c578dd-123e-4080-8513-c25e2f552200" providerId="AD" clId="Web-{D64BCBF5-0A94-0D22-D117-60E4DD4278C2}" dt="2026-06-18T01:30:52.576" v="656" actId="20577"/>
          <ac:spMkLst>
            <pc:docMk/>
            <pc:sldMk cId="3703339909" sldId="319"/>
            <ac:spMk id="3" creationId="{7978E7C3-1F80-515D-080B-2FCD0F642212}"/>
          </ac:spMkLst>
        </pc:spChg>
      </pc:sldChg>
      <pc:sldChg chg="add del">
        <pc:chgData name="Mohaiminul Islam" userId="S::mohaiminul.islam@northsouth.edu::b8c578dd-123e-4080-8513-c25e2f552200" providerId="AD" clId="Web-{D64BCBF5-0A94-0D22-D117-60E4DD4278C2}" dt="2026-06-18T01:30:24.185" v="631"/>
        <pc:sldMkLst>
          <pc:docMk/>
          <pc:sldMk cId="3396435458" sldId="322"/>
        </pc:sldMkLst>
      </pc:sldChg>
      <pc:sldChg chg="modSp add replId">
        <pc:chgData name="Mohaiminul Islam" userId="S::mohaiminul.islam@northsouth.edu::b8c578dd-123e-4080-8513-c25e2f552200" providerId="AD" clId="Web-{D64BCBF5-0A94-0D22-D117-60E4DD4278C2}" dt="2026-06-18T01:44:36.110" v="944" actId="20577"/>
        <pc:sldMkLst>
          <pc:docMk/>
          <pc:sldMk cId="2632355534" sldId="323"/>
        </pc:sldMkLst>
        <pc:spChg chg="mod">
          <ac:chgData name="Mohaiminul Islam" userId="S::mohaiminul.islam@northsouth.edu::b8c578dd-123e-4080-8513-c25e2f552200" providerId="AD" clId="Web-{D64BCBF5-0A94-0D22-D117-60E4DD4278C2}" dt="2026-06-18T01:44:36.110" v="944" actId="20577"/>
          <ac:spMkLst>
            <pc:docMk/>
            <pc:sldMk cId="2632355534" sldId="323"/>
            <ac:spMk id="2" creationId="{2E2EACE4-0945-F425-5D49-3FE1EB6676C7}"/>
          </ac:spMkLst>
        </pc:spChg>
        <pc:spChg chg="mod">
          <ac:chgData name="Mohaiminul Islam" userId="S::mohaiminul.islam@northsouth.edu::b8c578dd-123e-4080-8513-c25e2f552200" providerId="AD" clId="Web-{D64BCBF5-0A94-0D22-D117-60E4DD4278C2}" dt="2026-06-18T01:37:15.885" v="813" actId="20577"/>
          <ac:spMkLst>
            <pc:docMk/>
            <pc:sldMk cId="2632355534" sldId="323"/>
            <ac:spMk id="3" creationId="{DAF9F6EC-FC66-DB99-3B20-B55F2D4C2A34}"/>
          </ac:spMkLst>
        </pc:spChg>
      </pc:sldChg>
      <pc:sldChg chg="modSp add del replId">
        <pc:chgData name="Mohaiminul Islam" userId="S::mohaiminul.islam@northsouth.edu::b8c578dd-123e-4080-8513-c25e2f552200" providerId="AD" clId="Web-{D64BCBF5-0A94-0D22-D117-60E4DD4278C2}" dt="2026-06-18T01:38:56.454" v="838"/>
        <pc:sldMkLst>
          <pc:docMk/>
          <pc:sldMk cId="1286688833" sldId="324"/>
        </pc:sldMkLst>
        <pc:spChg chg="mod">
          <ac:chgData name="Mohaiminul Islam" userId="S::mohaiminul.islam@northsouth.edu::b8c578dd-123e-4080-8513-c25e2f552200" providerId="AD" clId="Web-{D64BCBF5-0A94-0D22-D117-60E4DD4278C2}" dt="2026-06-18T01:38:43.906" v="837"/>
          <ac:spMkLst>
            <pc:docMk/>
            <pc:sldMk cId="1286688833" sldId="324"/>
            <ac:spMk id="3" creationId="{47EA704D-6BE0-1848-9C6C-0A21B97448ED}"/>
          </ac:spMkLst>
        </pc:spChg>
      </pc:sldChg>
      <pc:sldChg chg="modSp add replId">
        <pc:chgData name="Mohaiminul Islam" userId="S::mohaiminul.islam@northsouth.edu::b8c578dd-123e-4080-8513-c25e2f552200" providerId="AD" clId="Web-{D64BCBF5-0A94-0D22-D117-60E4DD4278C2}" dt="2026-06-18T01:44:41.266" v="946" actId="20577"/>
        <pc:sldMkLst>
          <pc:docMk/>
          <pc:sldMk cId="2352281895" sldId="324"/>
        </pc:sldMkLst>
        <pc:spChg chg="mod">
          <ac:chgData name="Mohaiminul Islam" userId="S::mohaiminul.islam@northsouth.edu::b8c578dd-123e-4080-8513-c25e2f552200" providerId="AD" clId="Web-{D64BCBF5-0A94-0D22-D117-60E4DD4278C2}" dt="2026-06-18T01:44:41.266" v="946" actId="20577"/>
          <ac:spMkLst>
            <pc:docMk/>
            <pc:sldMk cId="2352281895" sldId="324"/>
            <ac:spMk id="2" creationId="{8F0F62D7-C3B6-4B2C-6B34-D0ADC7D16948}"/>
          </ac:spMkLst>
        </pc:spChg>
        <pc:spChg chg="mod">
          <ac:chgData name="Mohaiminul Islam" userId="S::mohaiminul.islam@northsouth.edu::b8c578dd-123e-4080-8513-c25e2f552200" providerId="AD" clId="Web-{D64BCBF5-0A94-0D22-D117-60E4DD4278C2}" dt="2026-06-18T01:42:22.793" v="920" actId="20577"/>
          <ac:spMkLst>
            <pc:docMk/>
            <pc:sldMk cId="2352281895" sldId="324"/>
            <ac:spMk id="3" creationId="{A3B20AD7-0484-5D59-6611-66783BC9F7CE}"/>
          </ac:spMkLst>
        </pc:spChg>
      </pc:sldChg>
      <pc:sldChg chg="modSp add del replId">
        <pc:chgData name="Mohaiminul Islam" userId="S::mohaiminul.islam@northsouth.edu::b8c578dd-123e-4080-8513-c25e2f552200" providerId="AD" clId="Web-{D64BCBF5-0A94-0D22-D117-60E4DD4278C2}" dt="2026-06-18T01:38:33.686" v="833"/>
        <pc:sldMkLst>
          <pc:docMk/>
          <pc:sldMk cId="3882009665" sldId="324"/>
        </pc:sldMkLst>
        <pc:spChg chg="mod">
          <ac:chgData name="Mohaiminul Islam" userId="S::mohaiminul.islam@northsouth.edu::b8c578dd-123e-4080-8513-c25e2f552200" providerId="AD" clId="Web-{D64BCBF5-0A94-0D22-D117-60E4DD4278C2}" dt="2026-06-18T01:38:25.030" v="832" actId="20577"/>
          <ac:spMkLst>
            <pc:docMk/>
            <pc:sldMk cId="3882009665" sldId="324"/>
            <ac:spMk id="3" creationId="{661F2320-178D-923A-A898-C44E79139EFB}"/>
          </ac:spMkLst>
        </pc:spChg>
      </pc:sldChg>
      <pc:sldChg chg="modSp add replId">
        <pc:chgData name="Mohaiminul Islam" userId="S::mohaiminul.islam@northsouth.edu::b8c578dd-123e-4080-8513-c25e2f552200" providerId="AD" clId="Web-{D64BCBF5-0A94-0D22-D117-60E4DD4278C2}" dt="2026-06-18T01:44:47.251" v="950" actId="20577"/>
        <pc:sldMkLst>
          <pc:docMk/>
          <pc:sldMk cId="222611853" sldId="325"/>
        </pc:sldMkLst>
        <pc:spChg chg="mod">
          <ac:chgData name="Mohaiminul Islam" userId="S::mohaiminul.islam@northsouth.edu::b8c578dd-123e-4080-8513-c25e2f552200" providerId="AD" clId="Web-{D64BCBF5-0A94-0D22-D117-60E4DD4278C2}" dt="2026-06-18T01:44:47.251" v="950" actId="20577"/>
          <ac:spMkLst>
            <pc:docMk/>
            <pc:sldMk cId="222611853" sldId="325"/>
            <ac:spMk id="2" creationId="{85DB1C62-EEF3-98AB-F162-D215EB879092}"/>
          </ac:spMkLst>
        </pc:spChg>
        <pc:spChg chg="mod">
          <ac:chgData name="Mohaiminul Islam" userId="S::mohaiminul.islam@northsouth.edu::b8c578dd-123e-4080-8513-c25e2f552200" providerId="AD" clId="Web-{D64BCBF5-0A94-0D22-D117-60E4DD4278C2}" dt="2026-06-18T01:43:42.171" v="939" actId="20577"/>
          <ac:spMkLst>
            <pc:docMk/>
            <pc:sldMk cId="222611853" sldId="325"/>
            <ac:spMk id="3" creationId="{65E59297-B056-6911-032C-3A3F890F02E9}"/>
          </ac:spMkLst>
        </pc:spChg>
      </pc:sldChg>
      <pc:sldChg chg="modSp add replId">
        <pc:chgData name="Mohaiminul Islam" userId="S::mohaiminul.islam@northsouth.edu::b8c578dd-123e-4080-8513-c25e2f552200" providerId="AD" clId="Web-{D64BCBF5-0A94-0D22-D117-60E4DD4278C2}" dt="2026-06-18T01:51:47.419" v="1071" actId="20577"/>
        <pc:sldMkLst>
          <pc:docMk/>
          <pc:sldMk cId="3934195239" sldId="326"/>
        </pc:sldMkLst>
        <pc:spChg chg="mod">
          <ac:chgData name="Mohaiminul Islam" userId="S::mohaiminul.islam@northsouth.edu::b8c578dd-123e-4080-8513-c25e2f552200" providerId="AD" clId="Web-{D64BCBF5-0A94-0D22-D117-60E4DD4278C2}" dt="2026-06-18T01:50:50.526" v="1017" actId="20577"/>
          <ac:spMkLst>
            <pc:docMk/>
            <pc:sldMk cId="3934195239" sldId="326"/>
            <ac:spMk id="2" creationId="{5C9FD1D0-4BD2-0DA3-4E1A-5347550CF44E}"/>
          </ac:spMkLst>
        </pc:spChg>
        <pc:spChg chg="mod">
          <ac:chgData name="Mohaiminul Islam" userId="S::mohaiminul.islam@northsouth.edu::b8c578dd-123e-4080-8513-c25e2f552200" providerId="AD" clId="Web-{D64BCBF5-0A94-0D22-D117-60E4DD4278C2}" dt="2026-06-18T01:51:47.419" v="1071" actId="20577"/>
          <ac:spMkLst>
            <pc:docMk/>
            <pc:sldMk cId="3934195239" sldId="326"/>
            <ac:spMk id="3" creationId="{37FD49D6-1327-85B3-3663-5FF2C6F64872}"/>
          </ac:spMkLst>
        </pc:spChg>
      </pc:sldChg>
      <pc:sldChg chg="modSp add replId">
        <pc:chgData name="Mohaiminul Islam" userId="S::mohaiminul.islam@northsouth.edu::b8c578dd-123e-4080-8513-c25e2f552200" providerId="AD" clId="Web-{D64BCBF5-0A94-0D22-D117-60E4DD4278C2}" dt="2026-06-18T01:59:45.195" v="1270" actId="20577"/>
        <pc:sldMkLst>
          <pc:docMk/>
          <pc:sldMk cId="3032834766" sldId="327"/>
        </pc:sldMkLst>
        <pc:spChg chg="mod">
          <ac:chgData name="Mohaiminul Islam" userId="S::mohaiminul.islam@northsouth.edu::b8c578dd-123e-4080-8513-c25e2f552200" providerId="AD" clId="Web-{D64BCBF5-0A94-0D22-D117-60E4DD4278C2}" dt="2026-06-18T01:54:46.707" v="1079" actId="20577"/>
          <ac:spMkLst>
            <pc:docMk/>
            <pc:sldMk cId="3032834766" sldId="327"/>
            <ac:spMk id="2" creationId="{1CF9B426-1779-C906-080A-072D0CE89E61}"/>
          </ac:spMkLst>
        </pc:spChg>
        <pc:spChg chg="mod">
          <ac:chgData name="Mohaiminul Islam" userId="S::mohaiminul.islam@northsouth.edu::b8c578dd-123e-4080-8513-c25e2f552200" providerId="AD" clId="Web-{D64BCBF5-0A94-0D22-D117-60E4DD4278C2}" dt="2026-06-18T01:59:45.195" v="1270" actId="20577"/>
          <ac:spMkLst>
            <pc:docMk/>
            <pc:sldMk cId="3032834766" sldId="327"/>
            <ac:spMk id="3" creationId="{75851F21-BB5E-E480-5AB8-47FAF0279ECA}"/>
          </ac:spMkLst>
        </pc:spChg>
      </pc:sldChg>
      <pc:sldChg chg="modSp add replId">
        <pc:chgData name="Mohaiminul Islam" userId="S::mohaiminul.islam@northsouth.edu::b8c578dd-123e-4080-8513-c25e2f552200" providerId="AD" clId="Web-{D64BCBF5-0A94-0D22-D117-60E4DD4278C2}" dt="2026-06-18T01:59:14.132" v="1249" actId="20577"/>
        <pc:sldMkLst>
          <pc:docMk/>
          <pc:sldMk cId="3027804745" sldId="328"/>
        </pc:sldMkLst>
        <pc:spChg chg="mod">
          <ac:chgData name="Mohaiminul Islam" userId="S::mohaiminul.islam@northsouth.edu::b8c578dd-123e-4080-8513-c25e2f552200" providerId="AD" clId="Web-{D64BCBF5-0A94-0D22-D117-60E4DD4278C2}" dt="2026-06-18T01:56:55.106" v="1154" actId="20577"/>
          <ac:spMkLst>
            <pc:docMk/>
            <pc:sldMk cId="3027804745" sldId="328"/>
            <ac:spMk id="2" creationId="{8A20D466-4884-4CA7-6690-751F2FE14246}"/>
          </ac:spMkLst>
        </pc:spChg>
        <pc:spChg chg="mod">
          <ac:chgData name="Mohaiminul Islam" userId="S::mohaiminul.islam@northsouth.edu::b8c578dd-123e-4080-8513-c25e2f552200" providerId="AD" clId="Web-{D64BCBF5-0A94-0D22-D117-60E4DD4278C2}" dt="2026-06-18T01:59:14.132" v="1249" actId="20577"/>
          <ac:spMkLst>
            <pc:docMk/>
            <pc:sldMk cId="3027804745" sldId="328"/>
            <ac:spMk id="3" creationId="{02E70548-8016-2ED9-C806-DEE8FC63F350}"/>
          </ac:spMkLst>
        </pc:spChg>
      </pc:sldChg>
    </pc:docChg>
  </pc:docChgLst>
  <pc:docChgLst>
    <pc:chgData name="Mohaiminul Islam" userId="S::mohaiminul.islam@northsouth.edu::b8c578dd-123e-4080-8513-c25e2f552200" providerId="AD" clId="Web-{D863368B-0999-3DE6-33D2-692B645D602F}"/>
    <pc:docChg chg="addSld delSld modSld sldOrd">
      <pc:chgData name="Mohaiminul Islam" userId="S::mohaiminul.islam@northsouth.edu::b8c578dd-123e-4080-8513-c25e2f552200" providerId="AD" clId="Web-{D863368B-0999-3DE6-33D2-692B645D602F}" dt="2026-06-19T11:44:11.665" v="734"/>
      <pc:docMkLst>
        <pc:docMk/>
      </pc:docMkLst>
      <pc:sldChg chg="modSp del">
        <pc:chgData name="Mohaiminul Islam" userId="S::mohaiminul.islam@northsouth.edu::b8c578dd-123e-4080-8513-c25e2f552200" providerId="AD" clId="Web-{D863368B-0999-3DE6-33D2-692B645D602F}" dt="2026-06-19T11:44:11.665" v="734"/>
        <pc:sldMkLst>
          <pc:docMk/>
          <pc:sldMk cId="3032834766" sldId="327"/>
        </pc:sldMkLst>
        <pc:spChg chg="mod">
          <ac:chgData name="Mohaiminul Islam" userId="S::mohaiminul.islam@northsouth.edu::b8c578dd-123e-4080-8513-c25e2f552200" providerId="AD" clId="Web-{D863368B-0999-3DE6-33D2-692B645D602F}" dt="2026-06-19T11:23:58.979" v="80" actId="20577"/>
          <ac:spMkLst>
            <pc:docMk/>
            <pc:sldMk cId="3032834766" sldId="327"/>
            <ac:spMk id="3" creationId="{75851F21-BB5E-E480-5AB8-47FAF0279ECA}"/>
          </ac:spMkLst>
        </pc:spChg>
      </pc:sldChg>
      <pc:sldChg chg="modSp add ord replId">
        <pc:chgData name="Mohaiminul Islam" userId="S::mohaiminul.islam@northsouth.edu::b8c578dd-123e-4080-8513-c25e2f552200" providerId="AD" clId="Web-{D863368B-0999-3DE6-33D2-692B645D602F}" dt="2026-06-19T11:44:00.368" v="733"/>
        <pc:sldMkLst>
          <pc:docMk/>
          <pc:sldMk cId="3144402125" sldId="329"/>
        </pc:sldMkLst>
        <pc:spChg chg="mod">
          <ac:chgData name="Mohaiminul Islam" userId="S::mohaiminul.islam@northsouth.edu::b8c578dd-123e-4080-8513-c25e2f552200" providerId="AD" clId="Web-{D863368B-0999-3DE6-33D2-692B645D602F}" dt="2026-06-19T11:43:23.507" v="728" actId="1076"/>
          <ac:spMkLst>
            <pc:docMk/>
            <pc:sldMk cId="3144402125" sldId="329"/>
            <ac:spMk id="117" creationId="{B0BA5E9E-1063-9A63-5D21-6C1FE8AAEC2D}"/>
          </ac:spMkLst>
        </pc:spChg>
        <pc:graphicFrameChg chg="mod modGraphic">
          <ac:chgData name="Mohaiminul Islam" userId="S::mohaiminul.islam@northsouth.edu::b8c578dd-123e-4080-8513-c25e2f552200" providerId="AD" clId="Web-{D863368B-0999-3DE6-33D2-692B645D602F}" dt="2026-06-19T11:44:00.368" v="733"/>
          <ac:graphicFrameMkLst>
            <pc:docMk/>
            <pc:sldMk cId="3144402125" sldId="329"/>
            <ac:graphicFrameMk id="120" creationId="{955B8A67-91AE-9E53-061B-083F7271B8ED}"/>
          </ac:graphicFrameMkLst>
        </pc:graphicFrameChg>
      </pc:sldChg>
    </pc:docChg>
  </pc:docChgLst>
  <pc:docChgLst>
    <pc:chgData name="Mohaiminul Islam" userId="S::mohaiminul.islam@northsouth.edu::b8c578dd-123e-4080-8513-c25e2f552200" providerId="AD" clId="Web-{458C28FA-8B40-7927-E3B9-6660C12BD64B}"/>
    <pc:docChg chg="modSld">
      <pc:chgData name="Mohaiminul Islam" userId="S::mohaiminul.islam@northsouth.edu::b8c578dd-123e-4080-8513-c25e2f552200" providerId="AD" clId="Web-{458C28FA-8B40-7927-E3B9-6660C12BD64B}" dt="2026-06-17T08:38:12.695" v="3" actId="20577"/>
      <pc:docMkLst>
        <pc:docMk/>
      </pc:docMkLst>
      <pc:sldChg chg="modSp">
        <pc:chgData name="Mohaiminul Islam" userId="S::mohaiminul.islam@northsouth.edu::b8c578dd-123e-4080-8513-c25e2f552200" providerId="AD" clId="Web-{458C28FA-8B40-7927-E3B9-6660C12BD64B}" dt="2026-06-17T08:38:12.695" v="3" actId="20577"/>
        <pc:sldMkLst>
          <pc:docMk/>
          <pc:sldMk cId="0" sldId="258"/>
        </pc:sldMkLst>
        <pc:spChg chg="mod">
          <ac:chgData name="Mohaiminul Islam" userId="S::mohaiminul.islam@northsouth.edu::b8c578dd-123e-4080-8513-c25e2f552200" providerId="AD" clId="Web-{458C28FA-8B40-7927-E3B9-6660C12BD64B}" dt="2026-06-17T08:38:12.695" v="3" actId="20577"/>
          <ac:spMkLst>
            <pc:docMk/>
            <pc:sldMk cId="0" sldId="258"/>
            <ac:spMk id="11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90" name="Google Shape;9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91" name="Google Shape;9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92" name="Google Shape;92;p1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6/12/2026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>
          <a:extLst>
            <a:ext uri="{FF2B5EF4-FFF2-40B4-BE49-F238E27FC236}">
              <a16:creationId xmlns:a16="http://schemas.microsoft.com/office/drawing/2014/main" id="{33CAD100-654C-09CE-3639-4AC8562A7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>
            <a:extLst>
              <a:ext uri="{FF2B5EF4-FFF2-40B4-BE49-F238E27FC236}">
                <a16:creationId xmlns:a16="http://schemas.microsoft.com/office/drawing/2014/main" id="{0F405624-67CB-F02D-EC43-AFDB054042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:notes">
            <a:extLst>
              <a:ext uri="{FF2B5EF4-FFF2-40B4-BE49-F238E27FC236}">
                <a16:creationId xmlns:a16="http://schemas.microsoft.com/office/drawing/2014/main" id="{533892BF-DC73-BEB0-5CC6-F23FA8EE80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40188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>
          <a:extLst>
            <a:ext uri="{FF2B5EF4-FFF2-40B4-BE49-F238E27FC236}">
              <a16:creationId xmlns:a16="http://schemas.microsoft.com/office/drawing/2014/main" id="{B44B80CA-FEC5-6F91-47E3-CC16F2F42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>
            <a:extLst>
              <a:ext uri="{FF2B5EF4-FFF2-40B4-BE49-F238E27FC236}">
                <a16:creationId xmlns:a16="http://schemas.microsoft.com/office/drawing/2014/main" id="{33F0967D-AF48-996F-89F9-3238BED45D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:notes">
            <a:extLst>
              <a:ext uri="{FF2B5EF4-FFF2-40B4-BE49-F238E27FC236}">
                <a16:creationId xmlns:a16="http://schemas.microsoft.com/office/drawing/2014/main" id="{F16B5DB2-D288-8844-DB4E-E26D0D6BB4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208452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>
          <a:extLst>
            <a:ext uri="{FF2B5EF4-FFF2-40B4-BE49-F238E27FC236}">
              <a16:creationId xmlns:a16="http://schemas.microsoft.com/office/drawing/2014/main" id="{40BF332C-4598-902C-4B09-66F6B6C58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>
            <a:extLst>
              <a:ext uri="{FF2B5EF4-FFF2-40B4-BE49-F238E27FC236}">
                <a16:creationId xmlns:a16="http://schemas.microsoft.com/office/drawing/2014/main" id="{5EC2A684-5A63-C73C-44FA-9F0754D67A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:notes">
            <a:extLst>
              <a:ext uri="{FF2B5EF4-FFF2-40B4-BE49-F238E27FC236}">
                <a16:creationId xmlns:a16="http://schemas.microsoft.com/office/drawing/2014/main" id="{5ED15E89-2104-71DC-0546-2DBB01B513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941261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4B0AFCF4-988B-FB2B-7DA3-B76EC1D83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5430E5BF-6929-974D-534E-AC5C302773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>
            <a:extLst>
              <a:ext uri="{FF2B5EF4-FFF2-40B4-BE49-F238E27FC236}">
                <a16:creationId xmlns:a16="http://schemas.microsoft.com/office/drawing/2014/main" id="{CFF9D324-7934-E392-FB1B-4D16BBB262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657416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35DA4F00-75A8-A538-ECCF-F31499F6A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19841189-FF3A-13F3-9C46-6815F28E21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>
            <a:extLst>
              <a:ext uri="{FF2B5EF4-FFF2-40B4-BE49-F238E27FC236}">
                <a16:creationId xmlns:a16="http://schemas.microsoft.com/office/drawing/2014/main" id="{FC5F9F8A-6895-A4BB-20B2-E48B38E2A0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710627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8FA8FCA7-8D2D-1E5F-EB59-3C85949D7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054C53DA-6A60-7446-81E4-9CEE802687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>
            <a:extLst>
              <a:ext uri="{FF2B5EF4-FFF2-40B4-BE49-F238E27FC236}">
                <a16:creationId xmlns:a16="http://schemas.microsoft.com/office/drawing/2014/main" id="{1826ED67-F7E2-DC47-799D-E2CA2231CE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640717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7F368AD5-7637-3CAE-A307-BC62BEBE5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E3903BE2-00FD-814C-40B3-ECDA313520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>
            <a:extLst>
              <a:ext uri="{FF2B5EF4-FFF2-40B4-BE49-F238E27FC236}">
                <a16:creationId xmlns:a16="http://schemas.microsoft.com/office/drawing/2014/main" id="{D06AA2DC-6D33-AB9D-7158-94DB0F272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453591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815782" cy="833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ria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1"/>
          <p:cNvSpPr txBox="1">
            <a:spLocks noGrp="1"/>
          </p:cNvSpPr>
          <p:nvPr>
            <p:ph type="body" idx="1"/>
          </p:nvPr>
        </p:nvSpPr>
        <p:spPr>
          <a:xfrm>
            <a:off x="609599" y="1200727"/>
            <a:ext cx="11148291" cy="5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8" name="Google Shape;18;p21"/>
          <p:cNvSpPr txBox="1">
            <a:spLocks noGrp="1"/>
          </p:cNvSpPr>
          <p:nvPr>
            <p:ph type="sldNum" idx="12"/>
          </p:nvPr>
        </p:nvSpPr>
        <p:spPr>
          <a:xfrm>
            <a:off x="8737600" y="6437745"/>
            <a:ext cx="2844800" cy="283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mbria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8" name="Google Shape;28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mbria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4046248" cy="1112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mbria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5" name="Google Shape;65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6" name="Google Shape;66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mbria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3" name="Google Shape;73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endParaRPr/>
          </a:p>
        </p:txBody>
      </p:sp>
      <p:sp>
        <p:nvSpPr>
          <p:cNvPr id="12" name="Google Shape;1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endParaRPr/>
          </a:p>
        </p:txBody>
      </p:sp>
      <p:sp>
        <p:nvSpPr>
          <p:cNvPr id="13" name="Google Shape;1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endParaRPr/>
          </a:p>
        </p:txBody>
      </p:sp>
      <p:sp>
        <p:nvSpPr>
          <p:cNvPr id="14" name="Google Shape;1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cppreference.com/cpp/language/escape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"/>
          <p:cNvSpPr txBox="1">
            <a:spLocks noGrp="1"/>
          </p:cNvSpPr>
          <p:nvPr>
            <p:ph type="title"/>
          </p:nvPr>
        </p:nvSpPr>
        <p:spPr>
          <a:xfrm>
            <a:off x="1981200" y="1462935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mbria"/>
              <a:buNone/>
            </a:pPr>
            <a:r>
              <a:rPr lang="en-US" sz="4000"/>
              <a:t>CSE115</a:t>
            </a:r>
            <a:br>
              <a:rPr lang="en-US" sz="4000"/>
            </a:br>
            <a:r>
              <a:rPr lang="en-US" sz="4000"/>
              <a:t>Programming Language I</a:t>
            </a:r>
            <a:endParaRPr/>
          </a:p>
        </p:txBody>
      </p:sp>
      <p:sp>
        <p:nvSpPr>
          <p:cNvPr id="96" name="Google Shape;96;p1"/>
          <p:cNvSpPr txBox="1">
            <a:spLocks noGrp="1"/>
          </p:cNvSpPr>
          <p:nvPr>
            <p:ph type="body" idx="1"/>
          </p:nvPr>
        </p:nvSpPr>
        <p:spPr>
          <a:xfrm>
            <a:off x="1981200" y="3130898"/>
            <a:ext cx="8229600" cy="13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/>
              <a:t>Md Mohaiminul Islam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en-US"/>
              <a:t>Lecturer, Dept. of ECE</a:t>
            </a:r>
            <a:endParaRPr/>
          </a:p>
        </p:txBody>
      </p:sp>
      <p:sp>
        <p:nvSpPr>
          <p:cNvPr id="97" name="Google Shape;97;p1"/>
          <p:cNvSpPr txBox="1">
            <a:spLocks noGrp="1"/>
          </p:cNvSpPr>
          <p:nvPr>
            <p:ph type="sldNum" idx="12"/>
          </p:nvPr>
        </p:nvSpPr>
        <p:spPr>
          <a:xfrm>
            <a:off x="807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98" name="Google Shape;98;p1"/>
          <p:cNvSpPr txBox="1">
            <a:spLocks noGrp="1"/>
          </p:cNvSpPr>
          <p:nvPr>
            <p:ph type="body" idx="4294967295"/>
          </p:nvPr>
        </p:nvSpPr>
        <p:spPr>
          <a:xfrm>
            <a:off x="2094271" y="4945062"/>
            <a:ext cx="8229600" cy="1300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1400" dirty="0"/>
              <a:t>Lecture 04</a:t>
            </a:r>
            <a:endParaRPr dirty="0"/>
          </a:p>
          <a:p>
            <a:pPr marL="0" indent="0" algn="ctr">
              <a:spcBef>
                <a:spcPts val="640"/>
              </a:spcBef>
              <a:buSzPts val="3200"/>
              <a:buNone/>
            </a:pPr>
            <a:r>
              <a:rPr lang="en-US" sz="1400" dirty="0"/>
              <a:t>Version 1: Last updated 29 Sept ‘26</a:t>
            </a:r>
            <a:endParaRPr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Arial"/>
              <a:buNone/>
            </a:pPr>
            <a:r>
              <a:rPr 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Recap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4" name="Google Shape;104;p2"/>
          <p:cNvSpPr txBox="1">
            <a:spLocks noGrp="1"/>
          </p:cNvSpPr>
          <p:nvPr>
            <p:ph type="body" idx="1"/>
          </p:nvPr>
        </p:nvSpPr>
        <p:spPr>
          <a:xfrm>
            <a:off x="838199" y="1825625"/>
            <a:ext cx="10695039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-228600">
              <a:spcBef>
                <a:spcPts val="0"/>
              </a:spcBef>
              <a:buClr>
                <a:schemeClr val="accent2"/>
              </a:buClr>
              <a:buSzPts val="3200"/>
            </a:pPr>
            <a:r>
              <a:rPr lang="en-US"/>
              <a:t>We had learnt what other number systems there are, how to convert decimal numbers to them and vice versa.</a:t>
            </a:r>
            <a:endParaRPr/>
          </a:p>
          <a:p>
            <a:pPr marL="228600" indent="-228600">
              <a:spcBef>
                <a:spcPts val="0"/>
              </a:spcBef>
              <a:buClr>
                <a:schemeClr val="accent2"/>
              </a:buClr>
              <a:buSzPts val="3200"/>
            </a:pPr>
            <a:r>
              <a:rPr lang="en-US"/>
              <a:t>The core philosophy is to represent your number as powers of the base that you want to convert to.</a:t>
            </a:r>
            <a:endParaRPr/>
          </a:p>
          <a:p>
            <a:pPr marL="228600" indent="-228600">
              <a:spcBef>
                <a:spcPts val="0"/>
              </a:spcBef>
              <a:buClr>
                <a:schemeClr val="accent2"/>
              </a:buClr>
              <a:buSzPts val="3200"/>
            </a:pPr>
            <a:r>
              <a:rPr lang="en-US"/>
              <a:t>We also saw 2</a:t>
            </a:r>
            <a:r>
              <a:rPr lang="en-US" baseline="30000"/>
              <a:t>10</a:t>
            </a:r>
            <a:r>
              <a:rPr lang="en-US"/>
              <a:t> = 1024 ~= 1000 = 10</a:t>
            </a:r>
            <a:r>
              <a:rPr lang="en-US" baseline="30000"/>
              <a:t>3</a:t>
            </a:r>
            <a:r>
              <a:rPr lang="en-US"/>
              <a:t>, which leads to interesting terminologies and approximations</a:t>
            </a:r>
            <a:endParaRPr/>
          </a:p>
          <a:p>
            <a:pPr marL="228600" lvl="0" indent="-254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None/>
            </a:pPr>
            <a:endParaRPr/>
          </a:p>
        </p:txBody>
      </p:sp>
      <p:sp>
        <p:nvSpPr>
          <p:cNvPr id="105" name="Google Shape;105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Clr>
                <a:schemeClr val="accent2"/>
              </a:buClr>
            </a:pPr>
            <a:r>
              <a:rPr 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Adding 2 Numbers</a:t>
            </a:r>
            <a:endParaRPr dirty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1" name="Google Shape;111;p3"/>
          <p:cNvSpPr txBox="1">
            <a:spLocks noGrp="1"/>
          </p:cNvSpPr>
          <p:nvPr>
            <p:ph type="body" idx="1"/>
          </p:nvPr>
        </p:nvSpPr>
        <p:spPr>
          <a:xfrm>
            <a:off x="598118" y="1710802"/>
            <a:ext cx="10964450" cy="4330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indent="-228600">
              <a:spcBef>
                <a:spcPts val="0"/>
              </a:spcBef>
              <a:buSzPts val="2800"/>
            </a:pPr>
            <a:r>
              <a:rPr lang="en-US"/>
              <a:t>How do we add 2 numbers in decimal?</a:t>
            </a:r>
            <a:endParaRPr/>
          </a:p>
          <a:p>
            <a:pPr marL="228600" indent="-228600">
              <a:buSzPts val="2800"/>
            </a:pPr>
            <a:r>
              <a:rPr lang="en-US"/>
              <a:t>We simply start from the "right", add the digits, write down the summation's right digit in this place, and carry a +1 to the left if needed, and repeat.</a:t>
            </a:r>
            <a:endParaRPr/>
          </a:p>
          <a:p>
            <a:pPr marL="228600" indent="-228600">
              <a:buSzPts val="2800"/>
            </a:pPr>
            <a:r>
              <a:rPr lang="en-US">
                <a:solidFill>
                  <a:srgbClr val="000000"/>
                </a:solidFill>
              </a:rPr>
              <a:t>That's literally the same step for any number system. The only thing that changes is the definition of '10'.</a:t>
            </a:r>
            <a:endParaRPr lang="en-US" dirty="0">
              <a:solidFill>
                <a:srgbClr val="000000"/>
              </a:solidFill>
            </a:endParaRPr>
          </a:p>
          <a:p>
            <a:pPr marL="228600" indent="-228600">
              <a:buClr>
                <a:srgbClr val="000000"/>
              </a:buClr>
              <a:buSzPts val="2800"/>
            </a:pPr>
            <a:r>
              <a:rPr lang="en-US"/>
              <a:t>In binary, 1+1 makes 10. In Octal, 8 is 10 which can be 7+1, or 5+3 or anything else.</a:t>
            </a:r>
            <a:endParaRPr lang="en-US" dirty="0"/>
          </a:p>
          <a:p>
            <a:pPr marL="228600" indent="-228600">
              <a:buClr>
                <a:srgbClr val="000000"/>
              </a:buClr>
              <a:buSzPts val="2800"/>
            </a:pPr>
            <a:r>
              <a:rPr lang="en-US"/>
              <a:t>And we already knew this from the number conversion logic, so nothing new.</a:t>
            </a:r>
            <a:endParaRPr lang="en-US" dirty="0"/>
          </a:p>
          <a:p>
            <a:pPr marL="0" lvl="0" indent="0" algn="l" rtl="0">
              <a:lnSpc>
                <a:spcPct val="90000"/>
              </a:lnSpc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endParaRPr lang="en-US"/>
          </a:p>
          <a:p>
            <a:pPr marL="0" indent="0">
              <a:spcBef>
                <a:spcPts val="0"/>
              </a:spcBef>
              <a:buClr>
                <a:srgbClr val="4EA72E"/>
              </a:buClr>
              <a:buSzPts val="3200"/>
              <a:buNone/>
            </a:pPr>
            <a:endParaRPr lang="en-US"/>
          </a:p>
          <a:p>
            <a:pPr marL="228600" indent="-50800">
              <a:buSzPts val="2800"/>
              <a:buNone/>
            </a:pPr>
            <a:endParaRPr lang="en-US"/>
          </a:p>
          <a:p>
            <a:pPr marL="228600" indent="-50800">
              <a:buSzPts val="2800"/>
              <a:buNone/>
            </a:pPr>
            <a:endParaRPr lang="en-US"/>
          </a:p>
        </p:txBody>
      </p:sp>
      <p:sp>
        <p:nvSpPr>
          <p:cNvPr id="112" name="Google Shape;11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Arial"/>
              <a:buNone/>
            </a:pPr>
            <a:r>
              <a:rPr 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Let's add</a:t>
            </a:r>
            <a:endParaRPr dirty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9" name="Google Shape;119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graphicFrame>
        <p:nvGraphicFramePr>
          <p:cNvPr id="120" name="Google Shape;120;p4"/>
          <p:cNvGraphicFramePr/>
          <p:nvPr>
            <p:extLst>
              <p:ext uri="{D42A27DB-BD31-4B8C-83A1-F6EECF244321}">
                <p14:modId xmlns:p14="http://schemas.microsoft.com/office/powerpoint/2010/main" val="3493038263"/>
              </p:ext>
            </p:extLst>
          </p:nvPr>
        </p:nvGraphicFramePr>
        <p:xfrm>
          <a:off x="1242164" y="1701452"/>
          <a:ext cx="9522696" cy="2546930"/>
        </p:xfrm>
        <a:graphic>
          <a:graphicData uri="http://schemas.openxmlformats.org/drawingml/2006/table">
            <a:tbl>
              <a:tblPr firstRow="1" bandRow="1">
                <a:noFill/>
                <a:tableStyleId>{197647FD-0D6F-481F-B61F-CDA2E27D22BF}</a:tableStyleId>
              </a:tblPr>
              <a:tblGrid>
                <a:gridCol w="23806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06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06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806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938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Decimal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Binary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Octal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Hexadecimal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386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23</a:t>
                      </a:r>
                      <a:endParaRPr sz="2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10110</a:t>
                      </a:r>
                      <a:endParaRPr sz="2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720</a:t>
                      </a:r>
                      <a:endParaRPr sz="2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3B35</a:t>
                      </a:r>
                      <a:endParaRPr sz="2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386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+ 491</a:t>
                      </a:r>
                      <a:endParaRPr sz="24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+   1101</a:t>
                      </a:r>
                      <a:endParaRPr sz="2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+  531</a:t>
                      </a:r>
                      <a:endParaRPr sz="2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+  A67C</a:t>
                      </a:r>
                      <a:endParaRPr sz="2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386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386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>
          <a:extLst>
            <a:ext uri="{FF2B5EF4-FFF2-40B4-BE49-F238E27FC236}">
              <a16:creationId xmlns:a16="http://schemas.microsoft.com/office/drawing/2014/main" id="{57C43080-1469-3EBE-0594-14BE650EB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>
            <a:extLst>
              <a:ext uri="{FF2B5EF4-FFF2-40B4-BE49-F238E27FC236}">
                <a16:creationId xmlns:a16="http://schemas.microsoft.com/office/drawing/2014/main" id="{9BB00745-12B1-A3D0-594F-780C52286B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Arial"/>
              <a:buNone/>
            </a:pPr>
            <a:r>
              <a:rPr 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Let's add</a:t>
            </a:r>
            <a:endParaRPr dirty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9" name="Google Shape;119;p4">
            <a:extLst>
              <a:ext uri="{FF2B5EF4-FFF2-40B4-BE49-F238E27FC236}">
                <a16:creationId xmlns:a16="http://schemas.microsoft.com/office/drawing/2014/main" id="{D1D49DFA-7EF1-7166-025A-EF3B5A8611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graphicFrame>
        <p:nvGraphicFramePr>
          <p:cNvPr id="120" name="Google Shape;120;p4">
            <a:extLst>
              <a:ext uri="{FF2B5EF4-FFF2-40B4-BE49-F238E27FC236}">
                <a16:creationId xmlns:a16="http://schemas.microsoft.com/office/drawing/2014/main" id="{F429178B-9403-6D03-DF79-6633F30E56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17089553"/>
              </p:ext>
            </p:extLst>
          </p:nvPr>
        </p:nvGraphicFramePr>
        <p:xfrm>
          <a:off x="1242164" y="1701452"/>
          <a:ext cx="9522696" cy="2546930"/>
        </p:xfrm>
        <a:graphic>
          <a:graphicData uri="http://schemas.openxmlformats.org/drawingml/2006/table">
            <a:tbl>
              <a:tblPr firstRow="1" bandRow="1">
                <a:noFill/>
                <a:tableStyleId>{197647FD-0D6F-481F-B61F-CDA2E27D22BF}</a:tableStyleId>
              </a:tblPr>
              <a:tblGrid>
                <a:gridCol w="23806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06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06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806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938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Decimal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Binary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Octal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Hexadecimal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386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23</a:t>
                      </a:r>
                      <a:endParaRPr sz="2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10110</a:t>
                      </a:r>
                      <a:endParaRPr sz="2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720</a:t>
                      </a:r>
                      <a:endParaRPr sz="2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3B35</a:t>
                      </a:r>
                      <a:endParaRPr sz="2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386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+ 491</a:t>
                      </a:r>
                      <a:endParaRPr sz="24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+   1101</a:t>
                      </a:r>
                      <a:endParaRPr sz="2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+  531</a:t>
                      </a:r>
                      <a:endParaRPr sz="2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+  A67C</a:t>
                      </a:r>
                      <a:endParaRPr sz="2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386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/>
                        <a:t>4(11)4</a:t>
                      </a:r>
                      <a:endParaRPr sz="16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/>
                        <a:t>11(10)11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1451</a:t>
                      </a:r>
                      <a:endParaRPr sz="24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D(11)A(11)</a:t>
                      </a:r>
                      <a:endParaRPr sz="2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386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514</a:t>
                      </a:r>
                      <a:endParaRPr sz="24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/>
                        <a:t>100011</a:t>
                      </a:r>
                      <a:endParaRPr sz="24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/>
                        <a:t>E1B1</a:t>
                      </a:r>
                      <a:endParaRPr sz="2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75357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1B52C-34FE-AC1D-8044-91537000B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0D466-4884-4CA7-6690-751F2FE14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Let’s add</a:t>
            </a:r>
            <a:endParaRPr lang="en-US" dirty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E70548-8016-2ED9-C806-DEE8FC63F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When adding 5 to C in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hexadecimal</a:t>
            </a:r>
            <a:r>
              <a:rPr lang="en-US" dirty="0">
                <a:solidFill>
                  <a:schemeClr val="tx1"/>
                </a:solidFill>
              </a:rPr>
              <a:t>, you can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Convert C to </a:t>
            </a:r>
            <a:r>
              <a:rPr lang="en-US" dirty="0">
                <a:solidFill>
                  <a:srgbClr val="FF0000"/>
                </a:solidFill>
              </a:rPr>
              <a:t>decimal</a:t>
            </a:r>
            <a:r>
              <a:rPr lang="en-US" dirty="0">
                <a:solidFill>
                  <a:schemeClr val="tx1"/>
                </a:solidFill>
              </a:rPr>
              <a:t> 12, add 5 and get 17 result in </a:t>
            </a:r>
            <a:r>
              <a:rPr lang="en-US" dirty="0">
                <a:solidFill>
                  <a:srgbClr val="FF0000"/>
                </a:solidFill>
              </a:rPr>
              <a:t>decimal</a:t>
            </a:r>
            <a:r>
              <a:rPr lang="en-US" dirty="0">
                <a:solidFill>
                  <a:schemeClr val="tx1"/>
                </a:solidFill>
              </a:rPr>
              <a:t>, convert it back to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hexadecimal</a:t>
            </a:r>
            <a:r>
              <a:rPr lang="en-US" dirty="0">
                <a:solidFill>
                  <a:schemeClr val="tx1"/>
                </a:solidFill>
              </a:rPr>
              <a:t> which is 11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Directly add 5 with C in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hexadecimal</a:t>
            </a:r>
            <a:r>
              <a:rPr lang="en-US" dirty="0">
                <a:solidFill>
                  <a:schemeClr val="tx1"/>
                </a:solidFill>
              </a:rPr>
              <a:t>. It’s not too difficult actually, count in your fingers. For adding 5, start with 1 which you call D (which comes right after C) and go </a:t>
            </a:r>
            <a:r>
              <a:rPr lang="en-US" dirty="0" err="1">
                <a:solidFill>
                  <a:schemeClr val="tx1"/>
                </a:solidFill>
              </a:rPr>
              <a:t>upto</a:t>
            </a:r>
            <a:r>
              <a:rPr lang="en-US" dirty="0">
                <a:solidFill>
                  <a:schemeClr val="tx1"/>
                </a:solidFill>
              </a:rPr>
              <a:t> 5. Your counts should be like: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D, E, F, 10, 11, 12… 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Stop yourself at the 5</a:t>
            </a:r>
            <a:r>
              <a:rPr lang="en-US" baseline="30000" dirty="0">
                <a:solidFill>
                  <a:schemeClr val="tx1"/>
                </a:solidFill>
              </a:rPr>
              <a:t>th</a:t>
            </a:r>
            <a:r>
              <a:rPr lang="en-US" dirty="0">
                <a:solidFill>
                  <a:schemeClr val="tx1"/>
                </a:solidFill>
              </a:rPr>
              <a:t> number since that’s exactly how many you needed to add.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See, the result is indeed 11 in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hexadecimal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The key thing is to notice when you need to reset and loop around to 10.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02FA5D-C5D5-5761-2E8E-4DBDF7095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EC12-21AF-403B-ACD4-E89EE1C27AE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804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1B52C-34FE-AC1D-8044-91537000B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0D466-4884-4CA7-6690-751F2FE14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Bits and Bytes</a:t>
            </a:r>
            <a:endParaRPr lang="en-US" dirty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E70548-8016-2ED9-C806-DEE8FC63F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In binary, every 'digit's are </a:t>
            </a:r>
            <a:r>
              <a:rPr lang="en-US" dirty="0" err="1"/>
              <a:t>actially</a:t>
            </a:r>
            <a:r>
              <a:rPr lang="en-US" dirty="0"/>
              <a:t> called bits.</a:t>
            </a:r>
            <a:endParaRPr lang="en-US" dirty="0">
              <a:ea typeface="Cambria"/>
            </a:endParaRPr>
          </a:p>
          <a:p>
            <a:r>
              <a:rPr lang="en-US" dirty="0"/>
              <a:t>Think of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</a:t>
            </a:r>
            <a:r>
              <a:rPr lang="en-US" dirty="0">
                <a:solidFill>
                  <a:schemeClr val="accent4"/>
                </a:solidFill>
              </a:rPr>
              <a:t>its</a:t>
            </a:r>
            <a:r>
              <a:rPr lang="en-US" dirty="0"/>
              <a:t> =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</a:t>
            </a:r>
            <a:r>
              <a:rPr lang="en-US" dirty="0">
                <a:solidFill>
                  <a:schemeClr val="accent4"/>
                </a:solidFill>
              </a:rPr>
              <a:t>inary digits</a:t>
            </a:r>
          </a:p>
          <a:p>
            <a:r>
              <a:rPr lang="en-US" dirty="0">
                <a:solidFill>
                  <a:schemeClr val="tx1"/>
                </a:solidFill>
              </a:rPr>
              <a:t>8 bits together are called a 'byte’</a:t>
            </a:r>
          </a:p>
          <a:p>
            <a:r>
              <a:rPr lang="en-US" dirty="0">
                <a:solidFill>
                  <a:schemeClr val="tx1"/>
                </a:solidFill>
              </a:rPr>
              <a:t>In computer science, you’ll often see that many things are actually computed as a whole byte, not as 8 separate bits.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02FA5D-C5D5-5761-2E8E-4DBDF7095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EC12-21AF-403B-ACD4-E89EE1C27AE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242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>
          <a:extLst>
            <a:ext uri="{FF2B5EF4-FFF2-40B4-BE49-F238E27FC236}">
              <a16:creationId xmlns:a16="http://schemas.microsoft.com/office/drawing/2014/main" id="{864E28AE-6BC0-BDE8-1E3A-1172AD5AA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>
            <a:extLst>
              <a:ext uri="{FF2B5EF4-FFF2-40B4-BE49-F238E27FC236}">
                <a16:creationId xmlns:a16="http://schemas.microsoft.com/office/drawing/2014/main" id="{B0BA5E9E-1063-9A63-5D21-6C1FE8AAEC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10386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Clr>
                <a:schemeClr val="accent2"/>
              </a:buClr>
            </a:pPr>
            <a:r>
              <a:rPr 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Data types</a:t>
            </a:r>
          </a:p>
        </p:txBody>
      </p:sp>
      <p:sp>
        <p:nvSpPr>
          <p:cNvPr id="119" name="Google Shape;119;p4">
            <a:extLst>
              <a:ext uri="{FF2B5EF4-FFF2-40B4-BE49-F238E27FC236}">
                <a16:creationId xmlns:a16="http://schemas.microsoft.com/office/drawing/2014/main" id="{1F65ACF2-BEC3-6CDC-A38B-F5997C1E250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graphicFrame>
        <p:nvGraphicFramePr>
          <p:cNvPr id="120" name="Google Shape;120;p4">
            <a:extLst>
              <a:ext uri="{FF2B5EF4-FFF2-40B4-BE49-F238E27FC236}">
                <a16:creationId xmlns:a16="http://schemas.microsoft.com/office/drawing/2014/main" id="{955B8A67-91AE-9E53-061B-083F7271B8E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132164"/>
              </p:ext>
            </p:extLst>
          </p:nvPr>
        </p:nvGraphicFramePr>
        <p:xfrm>
          <a:off x="226143" y="1061884"/>
          <a:ext cx="11592231" cy="5735558"/>
        </p:xfrm>
        <a:graphic>
          <a:graphicData uri="http://schemas.openxmlformats.org/drawingml/2006/table">
            <a:tbl>
              <a:tblPr firstRow="1" bandRow="1">
                <a:noFill/>
                <a:tableStyleId>{197647FD-0D6F-481F-B61F-CDA2E27D22BF}</a:tableStyleId>
              </a:tblPr>
              <a:tblGrid>
                <a:gridCol w="13102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26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0397">
                  <a:extLst>
                    <a:ext uri="{9D8B030D-6E8A-4147-A177-3AD203B41FA5}">
                      <a16:colId xmlns:a16="http://schemas.microsoft.com/office/drawing/2014/main" val="2875867205"/>
                    </a:ext>
                  </a:extLst>
                </a:gridCol>
                <a:gridCol w="14570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959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95973">
                  <a:extLst>
                    <a:ext uri="{9D8B030D-6E8A-4147-A177-3AD203B41FA5}">
                      <a16:colId xmlns:a16="http://schemas.microsoft.com/office/drawing/2014/main" val="3025667435"/>
                    </a:ext>
                  </a:extLst>
                </a:gridCol>
              </a:tblGrid>
              <a:tr h="9278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/>
                        <a:t>Data type</a:t>
                      </a:r>
                      <a:endParaRPr sz="2800"/>
                    </a:p>
                  </a:txBody>
                  <a:tcPr marL="91450" marR="91450" marT="45725" marB="45725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/>
                        <a:t>Represents</a:t>
                      </a:r>
                      <a:endParaRPr sz="2800"/>
                    </a:p>
                  </a:txBody>
                  <a:tcPr marL="91450" marR="91450" marT="45725" marB="45725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/>
                        <a:t>Example</a:t>
                      </a:r>
                      <a:endParaRPr sz="2800" u="none" strike="noStrike" cap="none" dirty="0"/>
                    </a:p>
                  </a:txBody>
                  <a:tcPr marL="91450" marR="91450" marT="45724" marB="45724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/>
                        <a:t>Space</a:t>
                      </a:r>
                      <a:endParaRPr sz="2800" u="none" strike="noStrike" cap="none" dirty="0"/>
                    </a:p>
                  </a:txBody>
                  <a:tcPr marL="91450" marR="91450" marT="45725" marB="45725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/>
                        <a:t>Value range</a:t>
                      </a:r>
                      <a:endParaRPr sz="2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dirty="0"/>
                        <a:t>Format Specifier</a:t>
                      </a:r>
                      <a:endParaRPr sz="2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46838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/>
                        <a:t>int</a:t>
                      </a:r>
                      <a:endParaRPr sz="2800"/>
                    </a:p>
                  </a:txBody>
                  <a:tcPr marL="91450" marR="91450" marT="45725" marB="45725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/>
                        <a:t>integer, whole number</a:t>
                      </a:r>
                      <a:endParaRPr dirty="0"/>
                    </a:p>
                  </a:txBody>
                  <a:tcPr marL="91450" marR="91450" marT="45725" marB="45725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/>
                        <a:t>37, 910, 7871023, -</a:t>
                      </a:r>
                      <a:r>
                        <a:rPr lang="en-US" sz="2800" u="none" strike="noStrike" cap="none"/>
                        <a:t>55, 0, -989824</a:t>
                      </a:r>
                      <a:endParaRPr sz="2800" u="none" strike="noStrike" cap="none" dirty="0"/>
                    </a:p>
                  </a:txBody>
                  <a:tcPr marL="91450" marR="91450" marT="45724" marB="45724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/>
                        <a:t>4 bytes =</a:t>
                      </a:r>
                      <a:endParaRPr lang="en-US" sz="2800" dirty="0"/>
                    </a:p>
                    <a:p>
                      <a:pPr marL="0" marR="0" lv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/>
                        <a:t>32 </a:t>
                      </a:r>
                      <a:r>
                        <a:rPr lang="en-US" sz="2800" u="none" strike="noStrike" cap="none" dirty="0"/>
                        <a:t>bits</a:t>
                      </a:r>
                      <a:endParaRPr sz="2800"/>
                    </a:p>
                  </a:txBody>
                  <a:tcPr marL="91450" marR="91450" marT="45725" marB="45725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u="none" strike="noStrike" cap="none" noProof="0" dirty="0">
                          <a:solidFill>
                            <a:srgbClr val="000000"/>
                          </a:solidFill>
                          <a:latin typeface="Cambria"/>
                          <a:ea typeface="Cambria"/>
                        </a:rPr>
                        <a:t>[–2</a:t>
                      </a:r>
                      <a:r>
                        <a:rPr lang="en-US" sz="2800" b="0" i="0" u="none" strike="noStrike" cap="none" baseline="30000" noProof="0" dirty="0">
                          <a:solidFill>
                            <a:srgbClr val="000000"/>
                          </a:solidFill>
                          <a:latin typeface="Cambria"/>
                          <a:ea typeface="Cambria"/>
                        </a:rPr>
                        <a:t>31</a:t>
                      </a:r>
                      <a:r>
                        <a:rPr lang="en-US" sz="2800" b="0" i="0" u="none" strike="noStrike" cap="none" noProof="0">
                          <a:solidFill>
                            <a:srgbClr val="000000"/>
                          </a:solidFill>
                          <a:latin typeface="Cambria"/>
                          <a:ea typeface="Cambria"/>
                        </a:rPr>
                        <a:t>, 2</a:t>
                      </a:r>
                      <a:r>
                        <a:rPr lang="en-US" sz="2800" b="0" i="0" u="none" strike="noStrike" cap="none" baseline="30000" noProof="0">
                          <a:solidFill>
                            <a:srgbClr val="000000"/>
                          </a:solidFill>
                          <a:latin typeface="Cambria"/>
                          <a:ea typeface="Cambria"/>
                        </a:rPr>
                        <a:t>31</a:t>
                      </a:r>
                      <a:r>
                        <a:rPr lang="en-US" sz="2800" b="0" i="0" u="none" strike="noStrike" cap="none" noProof="0" dirty="0">
                          <a:solidFill>
                            <a:srgbClr val="000000"/>
                          </a:solidFill>
                          <a:latin typeface="Cambria"/>
                          <a:ea typeface="Cambria"/>
                        </a:rPr>
                        <a:t> – 1]</a:t>
                      </a:r>
                      <a:endParaRPr lang="en-US" sz="2800" b="0" i="0" u="none" strike="noStrike" cap="none" noProof="0" dirty="0">
                        <a:latin typeface="Cambria"/>
                        <a:ea typeface="Cambria"/>
                      </a:endParaRPr>
                    </a:p>
                    <a:p>
                      <a:pPr marL="0" marR="0" lv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2800" u="none" strike="noStrike" cap="none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/>
                        <a:t>%d</a:t>
                      </a: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9278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/>
                        <a:t>char</a:t>
                      </a:r>
                      <a:endParaRPr sz="2800" u="none" strike="noStrike" cap="none" dirty="0"/>
                    </a:p>
                  </a:txBody>
                  <a:tcPr marL="91450" marR="91450" marT="45725" marB="45725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/>
                        <a:t>character, </a:t>
                      </a:r>
                      <a:r>
                        <a:rPr lang="en-US" sz="2800" u="none" strike="noStrike" cap="none" dirty="0"/>
                        <a:t>letter</a:t>
                      </a:r>
                      <a:endParaRPr sz="2800" u="none" strike="noStrike" cap="none" dirty="0"/>
                    </a:p>
                  </a:txBody>
                  <a:tcPr marL="91450" marR="91450" marT="45725" marB="45725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/>
                        <a:t>'A' to 'Z', 'a' to 'z', punctuation</a:t>
                      </a:r>
                      <a:r>
                        <a:rPr lang="en-US" sz="2800" u="none" strike="noStrike" cap="none" dirty="0"/>
                        <a:t> </a:t>
                      </a:r>
                      <a:r>
                        <a:rPr lang="en-US" sz="2800" u="none" strike="noStrike" cap="none"/>
                        <a:t>marks,</a:t>
                      </a:r>
                      <a:endParaRPr lang="en-US" sz="2800" u="none" strike="noStrike" cap="none" dirty="0"/>
                    </a:p>
                    <a:p>
                      <a:pPr marL="0" lv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/>
                        <a:t>'0' to '9'</a:t>
                      </a:r>
                      <a:endParaRPr lang="en-US" sz="2800" u="none" strike="noStrike" cap="none" dirty="0"/>
                    </a:p>
                  </a:txBody>
                  <a:tcPr marL="91450" marR="91450" marT="45724" marB="45724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/>
                        <a:t>1 byte =</a:t>
                      </a:r>
                    </a:p>
                    <a:p>
                      <a:pPr marL="0" marR="0" lv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/>
                        <a:t>8 bits</a:t>
                      </a:r>
                      <a:endParaRPr lang="en-US" sz="2800" u="none" strike="noStrike" cap="none" dirty="0"/>
                    </a:p>
                  </a:txBody>
                  <a:tcPr marL="91450" marR="91450" marT="45725" marB="45725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/>
                        <a:t>[0, 2</a:t>
                      </a:r>
                      <a:r>
                        <a:rPr lang="en-US" sz="2800" u="none" strike="noStrike" cap="none" baseline="30000"/>
                        <a:t>8</a:t>
                      </a:r>
                      <a:r>
                        <a:rPr lang="en-US" sz="2800" u="none" strike="noStrike" cap="none"/>
                        <a:t> – 1]</a:t>
                      </a:r>
                      <a:endParaRPr/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dirty="0"/>
                        <a:t>%c</a:t>
                      </a:r>
                      <a:endParaRPr sz="2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46838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/>
                        <a:t>double</a:t>
                      </a:r>
                      <a:endParaRPr sz="2800" u="none" strike="noStrike" cap="none"/>
                    </a:p>
                  </a:txBody>
                  <a:tcPr marL="91450" marR="91450" marT="45725" marB="45725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/>
                        <a:t>fractional number</a:t>
                      </a:r>
                    </a:p>
                  </a:txBody>
                  <a:tcPr marL="91450" marR="91450" marT="45725" marB="45725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/>
                        <a:t>2.31, 9832.03, -3.0, -0.001</a:t>
                      </a:r>
                      <a:endParaRPr lang="en-US" sz="2800" u="none" strike="noStrike" cap="none" dirty="0"/>
                    </a:p>
                  </a:txBody>
                  <a:tcPr marL="91450" marR="91450" marT="45724" marB="45724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/>
                        <a:t>8 bytes =</a:t>
                      </a:r>
                    </a:p>
                    <a:p>
                      <a:pPr marL="0" marR="0" lv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/>
                        <a:t>64 bits</a:t>
                      </a:r>
                      <a:endParaRPr lang="en-US" sz="2800" u="none" strike="noStrike" cap="none" dirty="0"/>
                    </a:p>
                  </a:txBody>
                  <a:tcPr marL="91450" marR="91450" marT="45725" marB="45725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u="none" strike="noStrike" cap="none" noProof="0" dirty="0">
                          <a:latin typeface="Cambria"/>
                          <a:ea typeface="Cambria"/>
                        </a:rPr>
                        <a:t>±1.7 × 10</a:t>
                      </a:r>
                      <a:r>
                        <a:rPr lang="en-US" sz="2800" b="0" i="0" u="none" strike="noStrike" cap="none" baseline="30000" noProof="0" dirty="0">
                          <a:latin typeface="Cambria"/>
                          <a:ea typeface="Cambria"/>
                        </a:rPr>
                        <a:t>308</a:t>
                      </a:r>
                      <a:endParaRPr baseline="300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aseline="0" dirty="0"/>
                        <a:t>%</a:t>
                      </a:r>
                      <a:r>
                        <a:rPr lang="en-US" sz="2800" baseline="0" dirty="0" err="1"/>
                        <a:t>lf</a:t>
                      </a:r>
                      <a:endParaRPr sz="2800" baseline="300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812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/>
                        <a:t>float</a:t>
                      </a:r>
                      <a:endParaRPr sz="2800" u="none" strike="noStrike" cap="none" dirty="0"/>
                    </a:p>
                  </a:txBody>
                  <a:tcPr marL="91450" marR="91450" marT="45725" marB="45725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/>
                        <a:t>same</a:t>
                      </a:r>
                      <a:endParaRPr sz="2800" u="none" strike="noStrike" cap="none" dirty="0"/>
                    </a:p>
                  </a:txBody>
                  <a:tcPr marL="91450" marR="91450" marT="45725" marB="45725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/>
                        <a:t>same</a:t>
                      </a:r>
                      <a:endParaRPr sz="2800" u="none" strike="noStrike" cap="none" dirty="0"/>
                    </a:p>
                  </a:txBody>
                  <a:tcPr marL="91450" marR="91450" marT="45724" marB="45724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/>
                        <a:t>4 bytes</a:t>
                      </a:r>
                      <a:endParaRPr sz="2800" u="none" strike="noStrike" cap="none" dirty="0"/>
                    </a:p>
                  </a:txBody>
                  <a:tcPr marL="91450" marR="91450" marT="45725" marB="45725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u="none" strike="noStrike" cap="none" noProof="0" dirty="0">
                          <a:latin typeface="Cambria"/>
                          <a:ea typeface="Cambria"/>
                        </a:rPr>
                        <a:t>±3.4 × 10</a:t>
                      </a:r>
                      <a:r>
                        <a:rPr lang="en-US" sz="2800" b="0" i="0" u="none" strike="noStrike" cap="none" baseline="30000" noProof="0" dirty="0">
                          <a:latin typeface="Cambria"/>
                          <a:ea typeface="Cambria"/>
                        </a:rPr>
                        <a:t>38</a:t>
                      </a:r>
                      <a:endParaRPr baseline="300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aseline="0" dirty="0"/>
                        <a:t>%f</a:t>
                      </a:r>
                      <a:endParaRPr sz="2800" baseline="300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4402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Clr>
                <a:schemeClr val="accent2"/>
              </a:buClr>
              <a:buFont typeface="Arial"/>
            </a:pPr>
            <a:r>
              <a:rPr 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Arithmetic Operators</a:t>
            </a:r>
            <a:endParaRPr lang="en-US" dirty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9" name="Google Shape;119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graphicFrame>
        <p:nvGraphicFramePr>
          <p:cNvPr id="120" name="Google Shape;120;p4"/>
          <p:cNvGraphicFramePr/>
          <p:nvPr>
            <p:extLst>
              <p:ext uri="{D42A27DB-BD31-4B8C-83A1-F6EECF244321}">
                <p14:modId xmlns:p14="http://schemas.microsoft.com/office/powerpoint/2010/main" val="2343220190"/>
              </p:ext>
            </p:extLst>
          </p:nvPr>
        </p:nvGraphicFramePr>
        <p:xfrm>
          <a:off x="838199" y="1698170"/>
          <a:ext cx="10262419" cy="4658180"/>
        </p:xfrm>
        <a:graphic>
          <a:graphicData uri="http://schemas.openxmlformats.org/drawingml/2006/table">
            <a:tbl>
              <a:tblPr firstRow="1" bandRow="1">
                <a:noFill/>
                <a:tableStyleId>{197647FD-0D6F-481F-B61F-CDA2E27D22BF}</a:tableStyleId>
              </a:tblPr>
              <a:tblGrid>
                <a:gridCol w="1555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513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58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98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276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Operator</a:t>
                      </a:r>
                      <a:endParaRPr sz="16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Operation</a:t>
                      </a:r>
                      <a:endParaRPr sz="16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Example</a:t>
                      </a:r>
                      <a:endParaRPr sz="16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Results</a:t>
                      </a:r>
                      <a:endParaRPr sz="16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28471">
                <a:tc>
                  <a:txBody>
                    <a:bodyPr/>
                    <a:lstStyle/>
                    <a:p>
                      <a:pPr marL="0" marR="0" lv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+</a:t>
                      </a:r>
                      <a:endParaRPr sz="2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Add</a:t>
                      </a:r>
                      <a:endParaRPr sz="2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3 + 5 </a:t>
                      </a:r>
                      <a:endParaRPr lang="en-US" sz="2000"/>
                    </a:p>
                    <a:p>
                      <a:pPr marL="0" marR="0" lv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22 + 3.1 </a:t>
                      </a:r>
                      <a:endParaRPr lang="en-US" sz="2000"/>
                    </a:p>
                    <a:p>
                      <a:pPr marL="0" marR="0" lv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'e' + 2</a:t>
                      </a:r>
                      <a:endParaRPr sz="2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8</a:t>
                      </a:r>
                    </a:p>
                    <a:p>
                      <a:pPr marL="0" marR="0" lv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25.1</a:t>
                      </a:r>
                    </a:p>
                    <a:p>
                      <a:pPr marL="0" marR="0" lv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'g'</a:t>
                      </a:r>
                      <a:endParaRPr lang="en-US" sz="20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1033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/>
                        <a:t>-</a:t>
                      </a:r>
                      <a:endParaRPr sz="24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Subtract</a:t>
                      </a:r>
                      <a:endParaRPr sz="2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3 – 5 </a:t>
                      </a:r>
                    </a:p>
                    <a:p>
                      <a:pPr marL="0" marR="0" lv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2 - 1.5 </a:t>
                      </a:r>
                    </a:p>
                    <a:p>
                      <a:pPr marL="0" marR="0" lv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'e' - 2</a:t>
                      </a:r>
                    </a:p>
                    <a:p>
                      <a:pPr marL="0" marR="0" lv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'e' - 'a'</a:t>
                      </a:r>
                      <a:endParaRPr sz="20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-2</a:t>
                      </a:r>
                    </a:p>
                    <a:p>
                      <a:pPr marL="0" marR="0" lv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0.5</a:t>
                      </a:r>
                    </a:p>
                    <a:p>
                      <a:pPr marL="0" marR="0" lv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'c'</a:t>
                      </a:r>
                    </a:p>
                    <a:p>
                      <a:pPr marL="0" marR="0" lv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4</a:t>
                      </a:r>
                      <a:endParaRPr lang="en-US" sz="20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5908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*</a:t>
                      </a:r>
                      <a:endParaRPr sz="2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Multiplication</a:t>
                      </a:r>
                      <a:endParaRPr sz="2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3 * 5</a:t>
                      </a:r>
                    </a:p>
                    <a:p>
                      <a:pPr marL="0" marR="0" lv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2.1 * 2.0</a:t>
                      </a:r>
                      <a:endParaRPr lang="en-US" sz="20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/>
                        <a:t>15</a:t>
                      </a:r>
                    </a:p>
                    <a:p>
                      <a:pPr marL="0" marR="0" lv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/>
                        <a:t>4.2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>
          <a:extLst>
            <a:ext uri="{FF2B5EF4-FFF2-40B4-BE49-F238E27FC236}">
              <a16:creationId xmlns:a16="http://schemas.microsoft.com/office/drawing/2014/main" id="{E973C8D7-5957-D25B-1A0A-6FB304727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>
            <a:extLst>
              <a:ext uri="{FF2B5EF4-FFF2-40B4-BE49-F238E27FC236}">
                <a16:creationId xmlns:a16="http://schemas.microsoft.com/office/drawing/2014/main" id="{624BC869-9A64-B00B-B89F-21F9F707DA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Clr>
                <a:schemeClr val="accent2"/>
              </a:buClr>
              <a:buFont typeface="Arial"/>
            </a:pPr>
            <a:r>
              <a:rPr 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Arithmetic Operators (2)</a:t>
            </a:r>
            <a:endParaRPr lang="en-US" dirty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9" name="Google Shape;119;p4">
            <a:extLst>
              <a:ext uri="{FF2B5EF4-FFF2-40B4-BE49-F238E27FC236}">
                <a16:creationId xmlns:a16="http://schemas.microsoft.com/office/drawing/2014/main" id="{A9745970-0929-D753-E06B-02286FA9E67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graphicFrame>
        <p:nvGraphicFramePr>
          <p:cNvPr id="120" name="Google Shape;120;p4">
            <a:extLst>
              <a:ext uri="{FF2B5EF4-FFF2-40B4-BE49-F238E27FC236}">
                <a16:creationId xmlns:a16="http://schemas.microsoft.com/office/drawing/2014/main" id="{552D0E7F-F68D-92DD-0D1E-317FAB7B7F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15402596"/>
              </p:ext>
            </p:extLst>
          </p:nvPr>
        </p:nvGraphicFramePr>
        <p:xfrm>
          <a:off x="838200" y="1701451"/>
          <a:ext cx="9926638" cy="3598136"/>
        </p:xfrm>
        <a:graphic>
          <a:graphicData uri="http://schemas.openxmlformats.org/drawingml/2006/table">
            <a:tbl>
              <a:tblPr firstRow="1" bandRow="1">
                <a:noFill/>
                <a:tableStyleId>{197647FD-0D6F-481F-B61F-CDA2E27D22BF}</a:tableStyleId>
              </a:tblPr>
              <a:tblGrid>
                <a:gridCol w="1536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8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18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94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2700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Operator</a:t>
                      </a:r>
                      <a:endParaRPr sz="16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Operation</a:t>
                      </a:r>
                      <a:endParaRPr sz="16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Example</a:t>
                      </a:r>
                      <a:endParaRPr sz="16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Results</a:t>
                      </a:r>
                      <a:endParaRPr sz="16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566">
                <a:tc>
                  <a:txBody>
                    <a:bodyPr/>
                    <a:lstStyle/>
                    <a:p>
                      <a:pPr marL="0" marR="0" lv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/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Division</a:t>
                      </a:r>
                      <a:endParaRPr sz="2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/>
                        <a:t>6 / 3 </a:t>
                      </a:r>
                      <a:endParaRPr lang="en-US" sz="2000" dirty="0"/>
                    </a:p>
                    <a:p>
                      <a:pPr marL="0" marR="0" lv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/>
                        <a:t>11 / 3 </a:t>
                      </a:r>
                      <a:endParaRPr lang="en-US" sz="2000" dirty="0"/>
                    </a:p>
                    <a:p>
                      <a:pPr marL="0" marR="0" lv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/>
                        <a:t>11 / 3.0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/>
                        <a:t>2</a:t>
                      </a:r>
                    </a:p>
                    <a:p>
                      <a:pPr marL="0" marR="0" lv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/>
                        <a:t>3</a:t>
                      </a:r>
                    </a:p>
                    <a:p>
                      <a:pPr marL="0" marR="0" lv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/>
                        <a:t>3.66666...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566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%</a:t>
                      </a:r>
                      <a:endParaRPr sz="24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/>
                        <a:t>Remainder</a:t>
                      </a:r>
                    </a:p>
                    <a:p>
                      <a:pPr marL="0" marR="0" lv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/>
                        <a:t>/ Modulus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/>
                        <a:t>6 % 3 </a:t>
                      </a:r>
                    </a:p>
                    <a:p>
                      <a:pPr marL="0" marR="0" lv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/>
                        <a:t>11 % 3 </a:t>
                      </a:r>
                    </a:p>
                    <a:p>
                      <a:pPr marL="0" marR="0" lv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/>
                        <a:t>-1 % 3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/>
                        <a:t>0</a:t>
                      </a:r>
                      <a:endParaRPr lang="en-US" dirty="0"/>
                    </a:p>
                    <a:p>
                      <a:pPr marL="0" marR="0" lv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/>
                        <a:t>2</a:t>
                      </a:r>
                    </a:p>
                    <a:p>
                      <a:pPr marL="0" marR="0" lvl="0" indent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/>
                        <a:t>-1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55600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1CB34B87-C0E2-7432-937B-4B4502CE8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>
            <a:extLst>
              <a:ext uri="{FF2B5EF4-FFF2-40B4-BE49-F238E27FC236}">
                <a16:creationId xmlns:a16="http://schemas.microsoft.com/office/drawing/2014/main" id="{320E283E-A6D0-F95A-F6F1-069BB44352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Arithmetic Operation (Detail)</a:t>
            </a:r>
            <a:endParaRPr lang="en-US" dirty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8372DB33-F207-80A5-2E81-4AF51779C9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98118" y="1710802"/>
            <a:ext cx="10964450" cy="4330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-228600">
              <a:spcBef>
                <a:spcPts val="0"/>
              </a:spcBef>
              <a:buSzPts val="2800"/>
            </a:pPr>
            <a:r>
              <a:rPr lang="en-US"/>
              <a:t>There are some weird operations we can observe </a:t>
            </a:r>
            <a:endParaRPr lang="en-US" dirty="0"/>
          </a:p>
          <a:p>
            <a:pPr marL="228600" indent="-228600">
              <a:buSzPts val="2800"/>
            </a:pPr>
            <a:r>
              <a:rPr lang="en-US"/>
              <a:t>Division between 2 integers omits the fractional part (if any). It has a special name and is called integer division</a:t>
            </a:r>
            <a:endParaRPr lang="en-US" dirty="0"/>
          </a:p>
          <a:p>
            <a:pPr marL="228600" indent="-228600">
              <a:buSzPts val="2800"/>
            </a:pPr>
            <a:r>
              <a:rPr lang="en-US" dirty="0"/>
              <a:t>% is a remainder operation, simply returns the remainder via </a:t>
            </a:r>
            <a:r>
              <a:rPr lang="en-US"/>
              <a:t>dividing first/left operand by second/right operand</a:t>
            </a:r>
            <a:endParaRPr lang="en-US">
              <a:solidFill>
                <a:srgbClr val="000000"/>
              </a:solidFill>
            </a:endParaRPr>
          </a:p>
          <a:p>
            <a:pPr marL="228600" indent="-228600">
              <a:buSzPts val="2800"/>
            </a:pPr>
            <a:r>
              <a:rPr lang="en-US" dirty="0">
                <a:solidFill>
                  <a:srgbClr val="000000"/>
                </a:solidFill>
              </a:rPr>
              <a:t>It feels a bit weird for negative numbers. The logic is that it simply </a:t>
            </a:r>
            <a:r>
              <a:rPr lang="en-US">
                <a:solidFill>
                  <a:srgbClr val="000000"/>
                </a:solidFill>
              </a:rPr>
              <a:t>takes the remainder of the positive part and puts a – sign before it</a:t>
            </a:r>
          </a:p>
          <a:p>
            <a:pPr marL="228600" indent="-228600">
              <a:buSzPts val="2800"/>
            </a:pPr>
            <a:r>
              <a:rPr lang="en-US">
                <a:solidFill>
                  <a:schemeClr val="tx1"/>
                </a:solidFill>
              </a:rPr>
              <a:t>The real weird operation takes place when adding/subtracting characters</a:t>
            </a:r>
            <a:endParaRPr lang="en-US" dirty="0">
              <a:solidFill>
                <a:schemeClr val="tx1"/>
              </a:solidFill>
            </a:endParaRPr>
          </a:p>
          <a:p>
            <a:pPr marL="228600" lvl="0" indent="-228600" algn="l" rtl="0">
              <a:lnSpc>
                <a:spcPct val="90000"/>
              </a:lnSpc>
              <a:spcAft>
                <a:spcPts val="0"/>
              </a:spcAft>
              <a:buClr>
                <a:srgbClr val="000000"/>
              </a:buClr>
              <a:buSzPts val="2800"/>
            </a:pPr>
            <a:endParaRPr lang="en-US" sz="2600" dirty="0"/>
          </a:p>
          <a:p>
            <a:pPr marL="0" indent="0">
              <a:buClr>
                <a:srgbClr val="000000"/>
              </a:buClr>
              <a:buSzPts val="2800"/>
              <a:buNone/>
            </a:pPr>
            <a:endParaRPr lang="en-US"/>
          </a:p>
          <a:p>
            <a:pPr marL="0" indent="0">
              <a:spcBef>
                <a:spcPts val="0"/>
              </a:spcBef>
              <a:buClr>
                <a:srgbClr val="4EA72E"/>
              </a:buClr>
              <a:buSzPts val="3200"/>
              <a:buNone/>
            </a:pPr>
            <a:endParaRPr lang="en-US"/>
          </a:p>
          <a:p>
            <a:pPr marL="228600" indent="-50800">
              <a:buSzPts val="2800"/>
              <a:buNone/>
            </a:pPr>
            <a:endParaRPr lang="en-US"/>
          </a:p>
          <a:p>
            <a:pPr marL="228600" indent="-50800">
              <a:buSzPts val="2800"/>
              <a:buNone/>
            </a:pPr>
            <a:endParaRPr lang="en-US"/>
          </a:p>
        </p:txBody>
      </p:sp>
      <p:sp>
        <p:nvSpPr>
          <p:cNvPr id="112" name="Google Shape;112;p3">
            <a:extLst>
              <a:ext uri="{FF2B5EF4-FFF2-40B4-BE49-F238E27FC236}">
                <a16:creationId xmlns:a16="http://schemas.microsoft.com/office/drawing/2014/main" id="{B12B17F9-153B-841E-BAC4-CB77EB3C6A3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299051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7BD144C7-16DF-AC1B-8C17-546233E1B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>
            <a:extLst>
              <a:ext uri="{FF2B5EF4-FFF2-40B4-BE49-F238E27FC236}">
                <a16:creationId xmlns:a16="http://schemas.microsoft.com/office/drawing/2014/main" id="{1510A59B-5E99-9090-5B2B-BA4E957200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Arithmetic </a:t>
            </a:r>
            <a:r>
              <a:rPr lang="en-US" dirty="0" err="1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Operatio</a:t>
            </a:r>
            <a:r>
              <a:rPr 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n on chars</a:t>
            </a:r>
            <a:endParaRPr lang="en-US" dirty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AC516C28-3464-8632-444E-98468D1B8E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98118" y="1710802"/>
            <a:ext cx="11225707" cy="4526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-228600">
              <a:buClr>
                <a:srgbClr val="000000"/>
              </a:buClr>
              <a:buSzPts val="2800"/>
            </a:pPr>
            <a:r>
              <a:rPr lang="en-US">
                <a:solidFill>
                  <a:schemeClr val="tx1"/>
                </a:solidFill>
              </a:rPr>
              <a:t>It seems we can add some numbers to a letter and get future letters</a:t>
            </a:r>
            <a:endParaRPr lang="en-US" dirty="0">
              <a:solidFill>
                <a:schemeClr val="tx1"/>
              </a:solidFill>
            </a:endParaRPr>
          </a:p>
          <a:p>
            <a:pPr marL="228600" indent="-228600">
              <a:buClr>
                <a:srgbClr val="000000"/>
              </a:buClr>
              <a:buSzPts val="2800"/>
            </a:pPr>
            <a:r>
              <a:rPr lang="en-US" dirty="0">
                <a:solidFill>
                  <a:schemeClr val="tx1"/>
                </a:solidFill>
              </a:rPr>
              <a:t>'e' + 3 = 'h' (...d, e, f, g, h, </a:t>
            </a:r>
            <a:r>
              <a:rPr lang="en-US" dirty="0" err="1">
                <a:solidFill>
                  <a:schemeClr val="tx1"/>
                </a:solidFill>
              </a:rPr>
              <a:t>i</a:t>
            </a:r>
            <a:r>
              <a:rPr lang="en-US" dirty="0">
                <a:solidFill>
                  <a:schemeClr val="tx1"/>
                </a:solidFill>
              </a:rPr>
              <a:t>...)</a:t>
            </a:r>
          </a:p>
          <a:p>
            <a:pPr marL="228600" indent="-228600">
              <a:buClr>
                <a:srgbClr val="000000"/>
              </a:buClr>
              <a:buSzPts val="2800"/>
            </a:pPr>
            <a:r>
              <a:rPr lang="en-US">
                <a:solidFill>
                  <a:schemeClr val="tx1"/>
                </a:solidFill>
              </a:rPr>
              <a:t>And similar logic also allows us to get 'e' - 3 = 'b'</a:t>
            </a:r>
            <a:endParaRPr lang="en-US" dirty="0">
              <a:solidFill>
                <a:schemeClr val="tx1"/>
              </a:solidFill>
            </a:endParaRPr>
          </a:p>
          <a:p>
            <a:pPr marL="228600" indent="-228600">
              <a:buClr>
                <a:srgbClr val="000000"/>
              </a:buClr>
              <a:buSzPts val="2800"/>
            </a:pPr>
            <a:r>
              <a:rPr lang="en-US" dirty="0" err="1">
                <a:solidFill>
                  <a:schemeClr val="tx1"/>
                </a:solidFill>
              </a:rPr>
              <a:t>Aaaand</a:t>
            </a:r>
            <a:r>
              <a:rPr lang="en-US" dirty="0">
                <a:solidFill>
                  <a:schemeClr val="tx1"/>
                </a:solidFill>
              </a:rPr>
              <a:t>... if we really stretch this definition, we can even get 'e' - 'b' = 3</a:t>
            </a:r>
          </a:p>
          <a:p>
            <a:pPr marL="228600" indent="-228600">
              <a:buClr>
                <a:srgbClr val="000000"/>
              </a:buClr>
              <a:buSzPts val="2800"/>
            </a:pPr>
            <a:r>
              <a:rPr lang="en-US">
                <a:solidFill>
                  <a:schemeClr val="tx1"/>
                </a:solidFill>
              </a:rPr>
              <a:t>Why does this work? Only because characters are, under the hood, simply numbers between 0 to 255</a:t>
            </a:r>
            <a:endParaRPr lang="en-US" dirty="0">
              <a:solidFill>
                <a:schemeClr val="tx1"/>
              </a:solidFill>
            </a:endParaRPr>
          </a:p>
          <a:p>
            <a:pPr marL="228600" indent="-228600">
              <a:buClr>
                <a:srgbClr val="000000"/>
              </a:buClr>
              <a:buSzPts val="2800"/>
            </a:pPr>
            <a:endParaRPr lang="en-US" sz="2600" dirty="0"/>
          </a:p>
          <a:p>
            <a:pPr marL="0" indent="0">
              <a:buClr>
                <a:srgbClr val="000000"/>
              </a:buClr>
              <a:buSzPts val="2800"/>
              <a:buNone/>
            </a:pPr>
            <a:endParaRPr lang="en-US"/>
          </a:p>
          <a:p>
            <a:pPr marL="0" indent="0">
              <a:spcBef>
                <a:spcPts val="0"/>
              </a:spcBef>
              <a:buClr>
                <a:srgbClr val="4EA72E"/>
              </a:buClr>
              <a:buSzPts val="3200"/>
              <a:buNone/>
            </a:pPr>
            <a:endParaRPr lang="en-US"/>
          </a:p>
          <a:p>
            <a:pPr marL="228600" indent="-50800">
              <a:buSzPts val="2800"/>
              <a:buNone/>
            </a:pPr>
            <a:endParaRPr lang="en-US"/>
          </a:p>
          <a:p>
            <a:pPr marL="228600" indent="-50800">
              <a:buSzPts val="2800"/>
              <a:buNone/>
            </a:pPr>
            <a:endParaRPr lang="en-US"/>
          </a:p>
        </p:txBody>
      </p:sp>
      <p:sp>
        <p:nvSpPr>
          <p:cNvPr id="112" name="Google Shape;112;p3">
            <a:extLst>
              <a:ext uri="{FF2B5EF4-FFF2-40B4-BE49-F238E27FC236}">
                <a16:creationId xmlns:a16="http://schemas.microsoft.com/office/drawing/2014/main" id="{9042B2E6-F08F-8FFE-1859-4F6469F0776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773309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EC2DF-695C-6D42-90D4-140B84CB6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81B41-F4C1-3431-FDAA-2C4400286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rightArrow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US" sz="2400" kern="120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  <a:sym typeface="Arial"/>
              </a:rPr>
              <a:t>Characters, characters...</a:t>
            </a:r>
            <a:endParaRPr lang="en-US" sz="2400" kern="1200">
              <a:solidFill>
                <a:schemeClr val="accent2">
                  <a:lumMod val="60000"/>
                  <a:lumOff val="40000"/>
                </a:schemeClr>
              </a:solidFill>
              <a:latin typeface="+mj-lt"/>
              <a:ea typeface="+mj-ea"/>
              <a:cs typeface="Arial"/>
            </a:endParaRPr>
          </a:p>
        </p:txBody>
      </p:sp>
      <p:pic>
        <p:nvPicPr>
          <p:cNvPr id="5" name="Content Placeholder 4" descr="https://external-content.duckduckgo.com/iu/?u=https%3A%2F%2Fajsmith.org%2Ftools%2Fascii-table%2Fascii_table.png&amp;f=1&amp;nofb=1&amp;ipt=e2437dddcd803adf09b964648155e291f65db2bed27625ab0f30777c71c58bac">
            <a:extLst>
              <a:ext uri="{FF2B5EF4-FFF2-40B4-BE49-F238E27FC236}">
                <a16:creationId xmlns:a16="http://schemas.microsoft.com/office/drawing/2014/main" id="{2714D687-A797-496E-691F-A35F2C70C7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98145" y="3870"/>
            <a:ext cx="7396537" cy="6875899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23C3A-3174-A093-E22C-EFDE7F493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0257" y="6356350"/>
            <a:ext cx="56000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109EC12-21AF-403B-ACD4-E89EE1C27AEE}" type="slidenum">
              <a:rPr lang="en-US" kern="1200">
                <a:solidFill>
                  <a:srgbClr val="898989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13</a:t>
            </a:fld>
            <a:endParaRPr lang="en-US" kern="1200">
              <a:solidFill>
                <a:srgbClr val="898989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33399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9E87F-A2B2-12FF-7ACE-B559A3892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5B8E7-B729-4BA9-9839-6F43922CF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rightArrow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US" sz="2400" kern="120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  <a:sym typeface="Arial"/>
              </a:rPr>
              <a:t>Important</a:t>
            </a:r>
            <a:br>
              <a:rPr lang="en-US" sz="2400" kern="1200" dirty="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  <a:ea typeface="+mj-ea"/>
                <a:cs typeface="Arial"/>
              </a:rPr>
            </a:br>
            <a:r>
              <a:rPr lang="en-US" sz="2400" kern="120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  <a:sym typeface="Arial"/>
              </a:rPr>
              <a:t>characters...</a:t>
            </a:r>
            <a:endParaRPr lang="en-US" sz="2400" kern="1200">
              <a:solidFill>
                <a:schemeClr val="accent2">
                  <a:lumMod val="60000"/>
                  <a:lumOff val="40000"/>
                </a:schemeClr>
              </a:solidFill>
              <a:latin typeface="+mj-lt"/>
              <a:ea typeface="+mj-ea"/>
              <a:cs typeface="Arial"/>
            </a:endParaRPr>
          </a:p>
        </p:txBody>
      </p:sp>
      <p:pic>
        <p:nvPicPr>
          <p:cNvPr id="5" name="Content Placeholder 4" descr="https://external-content.duckduckgo.com/iu/?u=https%3A%2F%2Fajsmith.org%2Ftools%2Fascii-table%2Fascii_table.png&amp;f=1&amp;nofb=1&amp;ipt=e2437dddcd803adf09b964648155e291f65db2bed27625ab0f30777c71c58bac">
            <a:extLst>
              <a:ext uri="{FF2B5EF4-FFF2-40B4-BE49-F238E27FC236}">
                <a16:creationId xmlns:a16="http://schemas.microsoft.com/office/drawing/2014/main" id="{694A95E8-C9FA-0D60-61DB-244790F55E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98145" y="3870"/>
            <a:ext cx="7396537" cy="6875899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780536-726C-D86A-3F90-41426427A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0257" y="6356350"/>
            <a:ext cx="56000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109EC12-21AF-403B-ACD4-E89EE1C27AEE}" type="slidenum">
              <a:rPr lang="en-US" kern="1200">
                <a:solidFill>
                  <a:srgbClr val="898989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14</a:t>
            </a:fld>
            <a:endParaRPr lang="en-US" kern="1200">
              <a:solidFill>
                <a:srgbClr val="898989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Star: 5 Points 6">
            <a:extLst>
              <a:ext uri="{FF2B5EF4-FFF2-40B4-BE49-F238E27FC236}">
                <a16:creationId xmlns:a16="http://schemas.microsoft.com/office/drawing/2014/main" id="{22D6BF92-6451-B9B7-E12D-7494BCA4A144}"/>
              </a:ext>
            </a:extLst>
          </p:cNvPr>
          <p:cNvSpPr/>
          <p:nvPr/>
        </p:nvSpPr>
        <p:spPr>
          <a:xfrm>
            <a:off x="6811374" y="883930"/>
            <a:ext cx="127307" cy="92742"/>
          </a:xfrm>
          <a:prstGeom prst="star5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104E82B4-BCC2-D15E-3766-96AF16FDC9E0}"/>
              </a:ext>
            </a:extLst>
          </p:cNvPr>
          <p:cNvSpPr/>
          <p:nvPr/>
        </p:nvSpPr>
        <p:spPr>
          <a:xfrm>
            <a:off x="4082505" y="518079"/>
            <a:ext cx="120514" cy="141891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B4799FA4-3311-AE60-287A-17F8DC34DE1C}"/>
              </a:ext>
            </a:extLst>
          </p:cNvPr>
          <p:cNvSpPr/>
          <p:nvPr/>
        </p:nvSpPr>
        <p:spPr>
          <a:xfrm>
            <a:off x="7478847" y="518078"/>
            <a:ext cx="120514" cy="141891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B5B04C7E-813B-6ACB-ABBA-A2132BCFAA41}"/>
              </a:ext>
            </a:extLst>
          </p:cNvPr>
          <p:cNvSpPr/>
          <p:nvPr/>
        </p:nvSpPr>
        <p:spPr>
          <a:xfrm>
            <a:off x="8835933" y="518078"/>
            <a:ext cx="120514" cy="141891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B520B40A-DDE6-AD12-A188-E2572906D88D}"/>
              </a:ext>
            </a:extLst>
          </p:cNvPr>
          <p:cNvSpPr/>
          <p:nvPr/>
        </p:nvSpPr>
        <p:spPr>
          <a:xfrm>
            <a:off x="10149476" y="518078"/>
            <a:ext cx="120514" cy="141891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Star: 5 Points 19">
            <a:extLst>
              <a:ext uri="{FF2B5EF4-FFF2-40B4-BE49-F238E27FC236}">
                <a16:creationId xmlns:a16="http://schemas.microsoft.com/office/drawing/2014/main" id="{E1EED391-24D7-4DEF-A604-87F7D5401BC5}"/>
              </a:ext>
            </a:extLst>
          </p:cNvPr>
          <p:cNvSpPr/>
          <p:nvPr/>
        </p:nvSpPr>
        <p:spPr>
          <a:xfrm>
            <a:off x="6811373" y="2623083"/>
            <a:ext cx="127307" cy="92742"/>
          </a:xfrm>
          <a:prstGeom prst="star5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Star: 5 Points 21">
            <a:extLst>
              <a:ext uri="{FF2B5EF4-FFF2-40B4-BE49-F238E27FC236}">
                <a16:creationId xmlns:a16="http://schemas.microsoft.com/office/drawing/2014/main" id="{96FE5AD9-C0A9-4D47-AFA0-46122872BC58}"/>
              </a:ext>
            </a:extLst>
          </p:cNvPr>
          <p:cNvSpPr/>
          <p:nvPr/>
        </p:nvSpPr>
        <p:spPr>
          <a:xfrm>
            <a:off x="6811372" y="3178895"/>
            <a:ext cx="127307" cy="92742"/>
          </a:xfrm>
          <a:prstGeom prst="star5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Star: 5 Points 24">
            <a:extLst>
              <a:ext uri="{FF2B5EF4-FFF2-40B4-BE49-F238E27FC236}">
                <a16:creationId xmlns:a16="http://schemas.microsoft.com/office/drawing/2014/main" id="{31A8B04B-7ED1-4A41-857C-38FF3F5FDE74}"/>
              </a:ext>
            </a:extLst>
          </p:cNvPr>
          <p:cNvSpPr/>
          <p:nvPr/>
        </p:nvSpPr>
        <p:spPr>
          <a:xfrm>
            <a:off x="8514668" y="883930"/>
            <a:ext cx="127307" cy="92742"/>
          </a:xfrm>
          <a:prstGeom prst="star5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Star: 5 Points 25">
            <a:extLst>
              <a:ext uri="{FF2B5EF4-FFF2-40B4-BE49-F238E27FC236}">
                <a16:creationId xmlns:a16="http://schemas.microsoft.com/office/drawing/2014/main" id="{7E5BA6DE-ECF6-42DA-B996-477D2F25502B}"/>
              </a:ext>
            </a:extLst>
          </p:cNvPr>
          <p:cNvSpPr/>
          <p:nvPr/>
        </p:nvSpPr>
        <p:spPr>
          <a:xfrm>
            <a:off x="8451014" y="3698848"/>
            <a:ext cx="127307" cy="92742"/>
          </a:xfrm>
          <a:prstGeom prst="star5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Star: 5 Points 26">
            <a:extLst>
              <a:ext uri="{FF2B5EF4-FFF2-40B4-BE49-F238E27FC236}">
                <a16:creationId xmlns:a16="http://schemas.microsoft.com/office/drawing/2014/main" id="{3594357D-5ED5-4CBA-9F23-07CEFD4248EE}"/>
              </a:ext>
            </a:extLst>
          </p:cNvPr>
          <p:cNvSpPr/>
          <p:nvPr/>
        </p:nvSpPr>
        <p:spPr>
          <a:xfrm>
            <a:off x="9724603" y="1045294"/>
            <a:ext cx="127307" cy="92742"/>
          </a:xfrm>
          <a:prstGeom prst="star5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Star: 5 Points 27">
            <a:extLst>
              <a:ext uri="{FF2B5EF4-FFF2-40B4-BE49-F238E27FC236}">
                <a16:creationId xmlns:a16="http://schemas.microsoft.com/office/drawing/2014/main" id="{394085BF-B63A-4B8D-B9FF-F8667C5CBC24}"/>
              </a:ext>
            </a:extLst>
          </p:cNvPr>
          <p:cNvSpPr/>
          <p:nvPr/>
        </p:nvSpPr>
        <p:spPr>
          <a:xfrm>
            <a:off x="11006856" y="1045294"/>
            <a:ext cx="127307" cy="92742"/>
          </a:xfrm>
          <a:prstGeom prst="star5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5043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84AA8-571A-D313-456D-2C36498D6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78929-C6B2-F629-6A2C-28D71FBD5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prstGeom prst="rightArrow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US" sz="2800" kern="120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  <a:sym typeface="Arial"/>
              </a:rPr>
              <a:t>Escape</a:t>
            </a:r>
            <a:br>
              <a:rPr lang="en-US" sz="2800" kern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</a:br>
            <a:r>
              <a:rPr lang="en-US" sz="2800" kern="120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  <a:sym typeface="Arial"/>
              </a:rPr>
              <a:t>Sequences</a:t>
            </a:r>
            <a:endParaRPr lang="en-US" sz="2800" kern="1200">
              <a:solidFill>
                <a:schemeClr val="accent1">
                  <a:lumMod val="60000"/>
                  <a:lumOff val="40000"/>
                </a:schemeClr>
              </a:solidFill>
              <a:latin typeface="+mj-lt"/>
              <a:ea typeface="+mj-ea"/>
              <a:cs typeface="Arial"/>
            </a:endParaRP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AB53A31-AD39-11ED-2FFF-429C36F34B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4230" y="643466"/>
            <a:ext cx="5466871" cy="556873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8F792D-A289-8BC5-8BDF-49A7A3B89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34184" y="6356350"/>
            <a:ext cx="51434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109EC12-21AF-403B-ACD4-E89EE1C27AEE}" type="slidenum">
              <a:rPr lang="en-US" kern="1200">
                <a:solidFill>
                  <a:schemeClr val="tx1">
                    <a:alpha val="80000"/>
                  </a:schemeClr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15</a:t>
            </a:fld>
            <a:endParaRPr lang="en-US" kern="1200">
              <a:solidFill>
                <a:schemeClr val="tx1">
                  <a:alpha val="80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Multiplication Sign 7">
            <a:extLst>
              <a:ext uri="{FF2B5EF4-FFF2-40B4-BE49-F238E27FC236}">
                <a16:creationId xmlns:a16="http://schemas.microsoft.com/office/drawing/2014/main" id="{A4ED94B4-396B-DD9C-D260-AB635409A8CD}"/>
              </a:ext>
            </a:extLst>
          </p:cNvPr>
          <p:cNvSpPr/>
          <p:nvPr/>
        </p:nvSpPr>
        <p:spPr>
          <a:xfrm>
            <a:off x="7846474" y="3427696"/>
            <a:ext cx="319315" cy="268515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564363-EA68-898A-5560-63A6C51FD879}"/>
              </a:ext>
            </a:extLst>
          </p:cNvPr>
          <p:cNvSpPr txBox="1"/>
          <p:nvPr/>
        </p:nvSpPr>
        <p:spPr>
          <a:xfrm>
            <a:off x="1550671" y="6222266"/>
            <a:ext cx="606697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Image from: </a:t>
            </a:r>
            <a:r>
              <a:rPr lang="en-US" dirty="0">
                <a:hlinkClick r:id="rId3"/>
              </a:rPr>
              <a:t>https://en.cppreference.com/cpp/language/escape</a:t>
            </a:r>
            <a:endParaRPr lang="en-US"/>
          </a:p>
        </p:txBody>
      </p:sp>
      <p:sp>
        <p:nvSpPr>
          <p:cNvPr id="5" name="Multiplication Sign 4">
            <a:extLst>
              <a:ext uri="{FF2B5EF4-FFF2-40B4-BE49-F238E27FC236}">
                <a16:creationId xmlns:a16="http://schemas.microsoft.com/office/drawing/2014/main" id="{A6843F12-CAF0-188F-1246-F66B7C09929C}"/>
              </a:ext>
            </a:extLst>
          </p:cNvPr>
          <p:cNvSpPr/>
          <p:nvPr/>
        </p:nvSpPr>
        <p:spPr>
          <a:xfrm>
            <a:off x="7846473" y="4247752"/>
            <a:ext cx="319315" cy="268515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9342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D7A4520E-16E0-5374-DB82-105C6024C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>
            <a:extLst>
              <a:ext uri="{FF2B5EF4-FFF2-40B4-BE49-F238E27FC236}">
                <a16:creationId xmlns:a16="http://schemas.microsoft.com/office/drawing/2014/main" id="{E1F63B53-12B5-0B1E-F59E-7FC89F8E13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Arithmetic Operation on doubles</a:t>
            </a:r>
            <a:endParaRPr lang="en-US" dirty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1C3B614F-BE0E-0890-93E5-50EF653E05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98118" y="1710802"/>
            <a:ext cx="11225707" cy="4526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-228600">
              <a:spcBef>
                <a:spcPts val="0"/>
              </a:spcBef>
              <a:buSzPts val="2800"/>
            </a:pPr>
            <a:r>
              <a:rPr lang="en-US" dirty="0"/>
              <a:t>We can also see that fractional numbers are "dominating" i.e. any operation between an int and a double always results in double</a:t>
            </a:r>
            <a:endParaRPr lang="en-US" dirty="0">
              <a:solidFill>
                <a:schemeClr val="tx1"/>
              </a:solidFill>
            </a:endParaRPr>
          </a:p>
          <a:p>
            <a:pPr marL="228600" indent="-228600">
              <a:buClr>
                <a:srgbClr val="000000"/>
              </a:buClr>
              <a:buSzPts val="2800"/>
            </a:pPr>
            <a:r>
              <a:rPr lang="en-US" dirty="0">
                <a:solidFill>
                  <a:schemeClr val="tx1"/>
                </a:solidFill>
              </a:rPr>
              <a:t>It is expected since the fractions form a larger class of numbers than whole numbers</a:t>
            </a:r>
          </a:p>
          <a:p>
            <a:pPr marL="228600" indent="-228600">
              <a:buClr>
                <a:srgbClr val="000000"/>
              </a:buClr>
              <a:buSzPts val="2800"/>
            </a:pPr>
            <a:r>
              <a:rPr lang="en-US" dirty="0">
                <a:solidFill>
                  <a:schemeClr val="tx1"/>
                </a:solidFill>
              </a:rPr>
              <a:t>int p = 4.6; // p stores 4</a:t>
            </a:r>
          </a:p>
          <a:p>
            <a:pPr marL="228600" indent="-228600">
              <a:buClr>
                <a:srgbClr val="000000"/>
              </a:buClr>
              <a:buSzPts val="2800"/>
            </a:pPr>
            <a:r>
              <a:rPr lang="en-US">
                <a:solidFill>
                  <a:schemeClr val="tx1"/>
                </a:solidFill>
              </a:rPr>
              <a:t>double </a:t>
            </a:r>
            <a:r>
              <a:rPr lang="en-US" dirty="0">
                <a:solidFill>
                  <a:schemeClr val="tx1"/>
                </a:solidFill>
              </a:rPr>
              <a:t>q = 4; // q stores 4.0</a:t>
            </a:r>
          </a:p>
          <a:p>
            <a:pPr marL="228600" indent="-228600">
              <a:buClr>
                <a:srgbClr val="000000"/>
              </a:buClr>
              <a:buSzPts val="2800"/>
            </a:pPr>
            <a:r>
              <a:rPr lang="en-US" dirty="0">
                <a:solidFill>
                  <a:schemeClr val="tx1"/>
                </a:solidFill>
              </a:rPr>
              <a:t>double x = 2 * 3; // x becomes 6.0</a:t>
            </a:r>
          </a:p>
          <a:p>
            <a:pPr marL="228600" indent="-228600">
              <a:buClr>
                <a:srgbClr val="000000"/>
              </a:buClr>
              <a:buSzPts val="2800"/>
            </a:pPr>
            <a:r>
              <a:rPr lang="en-US" dirty="0">
                <a:solidFill>
                  <a:schemeClr val="tx1"/>
                </a:solidFill>
              </a:rPr>
              <a:t>int y = 2.5 * 4.1; // y stores 10</a:t>
            </a:r>
          </a:p>
          <a:p>
            <a:pPr marL="228600" indent="-228600">
              <a:buClr>
                <a:srgbClr val="000000"/>
              </a:buClr>
              <a:buSzPts val="2800"/>
            </a:pPr>
            <a:r>
              <a:rPr lang="en-US" dirty="0">
                <a:solidFill>
                  <a:schemeClr val="tx1"/>
                </a:solidFill>
              </a:rPr>
              <a:t>double z = 6 / 4; // what will z store? 1.5?</a:t>
            </a:r>
          </a:p>
          <a:p>
            <a:pPr marL="228600" indent="-228600">
              <a:buClr>
                <a:srgbClr val="000000"/>
              </a:buClr>
              <a:buSzPts val="2800"/>
            </a:pPr>
            <a:endParaRPr lang="en-US" sz="2600" dirty="0"/>
          </a:p>
          <a:p>
            <a:pPr marL="0" indent="0">
              <a:buClr>
                <a:srgbClr val="000000"/>
              </a:buClr>
              <a:buSzPts val="2800"/>
              <a:buNone/>
            </a:pPr>
            <a:endParaRPr lang="en-US" dirty="0"/>
          </a:p>
          <a:p>
            <a:pPr marL="0" indent="0">
              <a:spcBef>
                <a:spcPts val="0"/>
              </a:spcBef>
              <a:buClr>
                <a:srgbClr val="4EA72E"/>
              </a:buClr>
              <a:buSzPts val="3200"/>
              <a:buNone/>
            </a:pPr>
            <a:endParaRPr lang="en-US" dirty="0"/>
          </a:p>
          <a:p>
            <a:pPr marL="228600" indent="-50800">
              <a:buSzPts val="2800"/>
              <a:buNone/>
            </a:pPr>
            <a:endParaRPr lang="en-US" dirty="0"/>
          </a:p>
          <a:p>
            <a:pPr marL="228600" indent="-50800">
              <a:buSzPts val="2800"/>
              <a:buNone/>
            </a:pPr>
            <a:endParaRPr lang="en-US" dirty="0"/>
          </a:p>
        </p:txBody>
      </p:sp>
      <p:sp>
        <p:nvSpPr>
          <p:cNvPr id="112" name="Google Shape;112;p3">
            <a:extLst>
              <a:ext uri="{FF2B5EF4-FFF2-40B4-BE49-F238E27FC236}">
                <a16:creationId xmlns:a16="http://schemas.microsoft.com/office/drawing/2014/main" id="{CFE5D1CB-337E-C06C-8EA5-32D1CB01D12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31304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AB725C78-38F5-590F-0078-E60B0037C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>
            <a:extLst>
              <a:ext uri="{FF2B5EF4-FFF2-40B4-BE49-F238E27FC236}">
                <a16:creationId xmlns:a16="http://schemas.microsoft.com/office/drawing/2014/main" id="{83530AA0-E890-119F-2454-A06E3D98E5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Arithmetic Operation on doubles</a:t>
            </a:r>
            <a:endParaRPr lang="en-US" dirty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5F93A6C1-8082-E48B-4A61-41F91004CF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98118" y="1710802"/>
            <a:ext cx="11225707" cy="4526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-228600">
              <a:buClr>
                <a:srgbClr val="000000"/>
              </a:buClr>
              <a:buSzPts val="2800"/>
            </a:pPr>
            <a:r>
              <a:rPr lang="en-US">
                <a:solidFill>
                  <a:schemeClr val="tx1"/>
                </a:solidFill>
              </a:rPr>
              <a:t>double z = 6 / 4; // what will z store? 1.5?</a:t>
            </a:r>
            <a:endParaRPr lang="en-US" dirty="0">
              <a:solidFill>
                <a:schemeClr val="tx1"/>
              </a:solidFill>
            </a:endParaRPr>
          </a:p>
          <a:p>
            <a:pPr marL="228600" indent="-228600">
              <a:buClr>
                <a:srgbClr val="000000"/>
              </a:buClr>
              <a:buSzPts val="2800"/>
            </a:pPr>
            <a:r>
              <a:rPr lang="en-US" dirty="0">
                <a:solidFill>
                  <a:schemeClr val="tx1"/>
                </a:solidFill>
              </a:rPr>
              <a:t>No. The result of 6/4 (on the right-hand side of assignment </a:t>
            </a:r>
            <a:r>
              <a:rPr lang="en-US">
                <a:solidFill>
                  <a:schemeClr val="tx1"/>
                </a:solidFill>
              </a:rPr>
              <a:t>operator</a:t>
            </a:r>
            <a:r>
              <a:rPr lang="en-US" dirty="0">
                <a:solidFill>
                  <a:schemeClr val="tx1"/>
                </a:solidFill>
              </a:rPr>
              <a:t> =) is already 1, due to integer division. Storing it in a double-type variable won't magically bring back the missing 0.5</a:t>
            </a:r>
          </a:p>
          <a:p>
            <a:pPr marL="228600" indent="-228600">
              <a:buClr>
                <a:srgbClr val="000000"/>
              </a:buClr>
              <a:buSzPts val="2800"/>
            </a:pPr>
            <a:r>
              <a:rPr lang="en-US" dirty="0">
                <a:solidFill>
                  <a:schemeClr val="tx1"/>
                </a:solidFill>
              </a:rPr>
              <a:t>What you want </a:t>
            </a:r>
            <a:r>
              <a:rPr lang="en-US" err="1">
                <a:solidFill>
                  <a:schemeClr val="tx1"/>
                </a:solidFill>
              </a:rPr>
              <a:t>i</a:t>
            </a:r>
            <a:r>
              <a:rPr lang="en-US">
                <a:solidFill>
                  <a:schemeClr val="tx1"/>
                </a:solidFill>
              </a:rPr>
              <a:t>s the exact act of division to happen on directly on double to avoid integer division</a:t>
            </a:r>
            <a:endParaRPr lang="en-US" dirty="0">
              <a:solidFill>
                <a:schemeClr val="tx1"/>
              </a:solidFill>
            </a:endParaRPr>
          </a:p>
          <a:p>
            <a:pPr marL="228600" indent="-228600">
              <a:buClr>
                <a:srgbClr val="000000"/>
              </a:buClr>
              <a:buSzPts val="2800"/>
            </a:pPr>
            <a:r>
              <a:rPr lang="en-US">
                <a:solidFill>
                  <a:schemeClr val="tx1"/>
                </a:solidFill>
              </a:rPr>
              <a:t>You can achieve that via </a:t>
            </a:r>
            <a:endParaRPr lang="en-US" dirty="0">
              <a:solidFill>
                <a:schemeClr val="tx1"/>
              </a:solidFill>
            </a:endParaRPr>
          </a:p>
          <a:p>
            <a:pPr marL="685800" lvl="1">
              <a:buClr>
                <a:srgbClr val="000000"/>
              </a:buClr>
              <a:buSzPts val="2800"/>
            </a:pPr>
            <a:r>
              <a:rPr lang="en-US">
                <a:solidFill>
                  <a:schemeClr val="tx1"/>
                </a:solidFill>
              </a:rPr>
              <a:t>type casting: (double) 6 / 4</a:t>
            </a:r>
          </a:p>
          <a:p>
            <a:pPr marL="685800" lvl="1">
              <a:buClr>
                <a:srgbClr val="000000"/>
              </a:buClr>
              <a:buSzPts val="2800"/>
            </a:pPr>
            <a:r>
              <a:rPr lang="en-US" dirty="0">
                <a:solidFill>
                  <a:schemeClr val="tx1"/>
                </a:solidFill>
              </a:rPr>
              <a:t>implici</a:t>
            </a:r>
            <a:r>
              <a:rPr lang="en-US">
                <a:solidFill>
                  <a:schemeClr val="tx1"/>
                </a:solidFill>
              </a:rPr>
              <a:t>t type conversion: 6.0 / 4</a:t>
            </a:r>
            <a:endParaRPr lang="en-US" dirty="0">
              <a:solidFill>
                <a:schemeClr val="tx1"/>
              </a:solidFill>
            </a:endParaRPr>
          </a:p>
          <a:p>
            <a:pPr marL="685800" lvl="1">
              <a:buClr>
                <a:srgbClr val="000000"/>
              </a:buClr>
              <a:buSzPts val="2800"/>
            </a:pPr>
            <a:endParaRPr lang="en-US" dirty="0"/>
          </a:p>
          <a:p>
            <a:pPr marL="228600" indent="-228600">
              <a:buClr>
                <a:srgbClr val="000000"/>
              </a:buClr>
              <a:buSzPts val="2800"/>
            </a:pPr>
            <a:endParaRPr lang="en-US" sz="2600" dirty="0"/>
          </a:p>
          <a:p>
            <a:pPr marL="0" indent="0">
              <a:buClr>
                <a:srgbClr val="000000"/>
              </a:buClr>
              <a:buSzPts val="2800"/>
              <a:buNone/>
            </a:pPr>
            <a:endParaRPr lang="en-US"/>
          </a:p>
          <a:p>
            <a:pPr marL="0" indent="0">
              <a:spcBef>
                <a:spcPts val="0"/>
              </a:spcBef>
              <a:buClr>
                <a:srgbClr val="4EA72E"/>
              </a:buClr>
              <a:buSzPts val="3200"/>
              <a:buNone/>
            </a:pPr>
            <a:endParaRPr lang="en-US"/>
          </a:p>
          <a:p>
            <a:pPr marL="228600" indent="-50800">
              <a:buSzPts val="2800"/>
              <a:buNone/>
            </a:pPr>
            <a:endParaRPr lang="en-US"/>
          </a:p>
          <a:p>
            <a:pPr marL="228600" indent="-50800">
              <a:buSzPts val="2800"/>
              <a:buNone/>
            </a:pPr>
            <a:endParaRPr lang="en-US"/>
          </a:p>
        </p:txBody>
      </p:sp>
      <p:sp>
        <p:nvSpPr>
          <p:cNvPr id="112" name="Google Shape;112;p3">
            <a:extLst>
              <a:ext uri="{FF2B5EF4-FFF2-40B4-BE49-F238E27FC236}">
                <a16:creationId xmlns:a16="http://schemas.microsoft.com/office/drawing/2014/main" id="{E5A9CC81-B536-A233-3648-496C45F3A0F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28771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1074</Words>
  <Application>Microsoft Office PowerPoint</Application>
  <PresentationFormat>Widescreen</PresentationFormat>
  <Paragraphs>214</Paragraphs>
  <Slides>17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Cambria</vt:lpstr>
      <vt:lpstr>Office Theme</vt:lpstr>
      <vt:lpstr>CSE115 Programming Language I</vt:lpstr>
      <vt:lpstr>Recap</vt:lpstr>
      <vt:lpstr>Adding 2 Numbers</vt:lpstr>
      <vt:lpstr>Let's add</vt:lpstr>
      <vt:lpstr>Let's add</vt:lpstr>
      <vt:lpstr>Let’s add</vt:lpstr>
      <vt:lpstr>Bits and Bytes</vt:lpstr>
      <vt:lpstr>Data types</vt:lpstr>
      <vt:lpstr>Arithmetic Operators</vt:lpstr>
      <vt:lpstr>Arithmetic Operators (2)</vt:lpstr>
      <vt:lpstr>Arithmetic Operation (Detail)</vt:lpstr>
      <vt:lpstr>Arithmetic Operation on chars</vt:lpstr>
      <vt:lpstr>Characters, characters...</vt:lpstr>
      <vt:lpstr>Important characters...</vt:lpstr>
      <vt:lpstr>Escape Sequences</vt:lpstr>
      <vt:lpstr>Arithmetic Operation on doubles</vt:lpstr>
      <vt:lpstr>Arithmetic Operation on doubles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CSE115 Programming Language I</dc:title>
  <dc:creator>Mohaiminul Islam</dc:creator>
  <cp:lastModifiedBy>mohaiminul.islam@northsouth.edu</cp:lastModifiedBy>
  <cp:revision>368</cp:revision>
  <dcterms:created xsi:type="dcterms:W3CDTF">2026-06-03T23:57:42Z</dcterms:created>
  <dcterms:modified xsi:type="dcterms:W3CDTF">2026-09-29T07:24:49Z</dcterms:modified>
</cp:coreProperties>
</file>