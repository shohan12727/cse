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338" r:id="rId4"/>
    <p:sldId id="285" r:id="rId5"/>
    <p:sldId id="287" r:id="rId6"/>
    <p:sldId id="333" r:id="rId7"/>
    <p:sldId id="334" r:id="rId8"/>
    <p:sldId id="335" r:id="rId9"/>
    <p:sldId id="336" r:id="rId10"/>
    <p:sldId id="337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gzRR7+2CI9s5OSZtfk0dAkjcIw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16FD44-AA25-059D-0964-A26BFD4A37F1}" v="2" dt="2026-07-01T18:08:52.545"/>
  </p1510:revLst>
</p1510:revInfo>
</file>

<file path=ppt/tableStyles.xml><?xml version="1.0" encoding="utf-8"?>
<a:tblStyleLst xmlns:a="http://schemas.openxmlformats.org/drawingml/2006/main" def="{197647FD-0D6F-481F-B61F-CDA2E27D22BF}">
  <a:tblStyle styleId="{197647FD-0D6F-481F-B61F-CDA2E27D22BF}" styleName="Table_0">
    <a:wholeTbl>
      <a:tcTxStyle b="off" i="off">
        <a:font>
          <a:latin typeface="Cambria"/>
          <a:ea typeface="Cambria"/>
          <a:cs typeface="Cambria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AE7"/>
          </a:solidFill>
        </a:fill>
      </a:tcStyle>
    </a:wholeTbl>
    <a:band1H>
      <a:tcTxStyle/>
      <a:tcStyle>
        <a:tcBdr/>
        <a:fill>
          <a:solidFill>
            <a:srgbClr val="CBD3C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BD3C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mbria"/>
          <a:ea typeface="Cambria"/>
          <a:cs typeface="Cambria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mbria"/>
          <a:ea typeface="Cambria"/>
          <a:cs typeface="Cambria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mbria"/>
          <a:ea typeface="Cambria"/>
          <a:cs typeface="Cambria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mbria"/>
          <a:ea typeface="Cambria"/>
          <a:cs typeface="Cambria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5" Type="http://customschemas.google.com/relationships/presentationmetadata" Target="metadata"/><Relationship Id="rId2" Type="http://schemas.openxmlformats.org/officeDocument/2006/relationships/slide" Target="slides/slide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iminul Islam" userId="S::mohaiminul.islam@northsouth.edu::b8c578dd-123e-4080-8513-c25e2f552200" providerId="AD" clId="Web-{0E16FD44-AA25-059D-0964-A26BFD4A37F1}"/>
    <pc:docChg chg="modSld">
      <pc:chgData name="Mohaiminul Islam" userId="S::mohaiminul.islam@northsouth.edu::b8c578dd-123e-4080-8513-c25e2f552200" providerId="AD" clId="Web-{0E16FD44-AA25-059D-0964-A26BFD4A37F1}" dt="2026-07-01T18:08:52.545" v="1" actId="20577"/>
      <pc:docMkLst>
        <pc:docMk/>
      </pc:docMkLst>
      <pc:sldChg chg="modSp">
        <pc:chgData name="Mohaiminul Islam" userId="S::mohaiminul.islam@northsouth.edu::b8c578dd-123e-4080-8513-c25e2f552200" providerId="AD" clId="Web-{0E16FD44-AA25-059D-0964-A26BFD4A37F1}" dt="2026-07-01T18:08:52.545" v="1" actId="20577"/>
        <pc:sldMkLst>
          <pc:docMk/>
          <pc:sldMk cId="0" sldId="256"/>
        </pc:sldMkLst>
        <pc:spChg chg="mod">
          <ac:chgData name="Mohaiminul Islam" userId="S::mohaiminul.islam@northsouth.edu::b8c578dd-123e-4080-8513-c25e2f552200" providerId="AD" clId="Web-{0E16FD44-AA25-059D-0964-A26BFD4A37F1}" dt="2026-07-01T18:08:52.545" v="1" actId="20577"/>
          <ac:spMkLst>
            <pc:docMk/>
            <pc:sldMk cId="0" sldId="256"/>
            <ac:spMk id="98" creationId="{00000000-0000-0000-0000-000000000000}"/>
          </ac:spMkLst>
        </pc:spChg>
      </pc:sldChg>
    </pc:docChg>
  </pc:docChgLst>
  <pc:docChgLst>
    <pc:chgData name="Mohaiminul Islam" userId="S::mohaiminul.islam@northsouth.edu::b8c578dd-123e-4080-8513-c25e2f552200" providerId="AD" clId="Web-{34720AEE-3912-2681-3331-94C207AA903A}"/>
    <pc:docChg chg="modSld">
      <pc:chgData name="Mohaiminul Islam" userId="S::mohaiminul.islam@northsouth.edu::b8c578dd-123e-4080-8513-c25e2f552200" providerId="AD" clId="Web-{34720AEE-3912-2681-3331-94C207AA903A}" dt="2026-06-29T14:10:38.937" v="197" actId="20577"/>
      <pc:docMkLst>
        <pc:docMk/>
      </pc:docMkLst>
      <pc:sldChg chg="modSp">
        <pc:chgData name="Mohaiminul Islam" userId="S::mohaiminul.islam@northsouth.edu::b8c578dd-123e-4080-8513-c25e2f552200" providerId="AD" clId="Web-{34720AEE-3912-2681-3331-94C207AA903A}" dt="2026-06-29T14:04:16.277" v="36" actId="20577"/>
        <pc:sldMkLst>
          <pc:docMk/>
          <pc:sldMk cId="1677330919" sldId="334"/>
        </pc:sldMkLst>
        <pc:spChg chg="mod">
          <ac:chgData name="Mohaiminul Islam" userId="S::mohaiminul.islam@northsouth.edu::b8c578dd-123e-4080-8513-c25e2f552200" providerId="AD" clId="Web-{34720AEE-3912-2681-3331-94C207AA903A}" dt="2026-06-29T14:04:16.277" v="36" actId="20577"/>
          <ac:spMkLst>
            <pc:docMk/>
            <pc:sldMk cId="1677330919" sldId="334"/>
            <ac:spMk id="111" creationId="{AC516C28-3464-8632-444E-98468D1B8E54}"/>
          </ac:spMkLst>
        </pc:spChg>
      </pc:sldChg>
      <pc:sldChg chg="modSp">
        <pc:chgData name="Mohaiminul Islam" userId="S::mohaiminul.islam@northsouth.edu::b8c578dd-123e-4080-8513-c25e2f552200" providerId="AD" clId="Web-{34720AEE-3912-2681-3331-94C207AA903A}" dt="2026-06-29T14:05:09.590" v="45" actId="20577"/>
        <pc:sldMkLst>
          <pc:docMk/>
          <pc:sldMk cId="103130495" sldId="335"/>
        </pc:sldMkLst>
        <pc:spChg chg="mod">
          <ac:chgData name="Mohaiminul Islam" userId="S::mohaiminul.islam@northsouth.edu::b8c578dd-123e-4080-8513-c25e2f552200" providerId="AD" clId="Web-{34720AEE-3912-2681-3331-94C207AA903A}" dt="2026-06-29T14:05:09.590" v="45" actId="20577"/>
          <ac:spMkLst>
            <pc:docMk/>
            <pc:sldMk cId="103130495" sldId="335"/>
            <ac:spMk id="111" creationId="{1C3B614F-BE0E-0890-93E5-50EF653E05C6}"/>
          </ac:spMkLst>
        </pc:spChg>
      </pc:sldChg>
      <pc:sldChg chg="modSp">
        <pc:chgData name="Mohaiminul Islam" userId="S::mohaiminul.islam@northsouth.edu::b8c578dd-123e-4080-8513-c25e2f552200" providerId="AD" clId="Web-{34720AEE-3912-2681-3331-94C207AA903A}" dt="2026-06-29T14:06:18.153" v="53" actId="20577"/>
        <pc:sldMkLst>
          <pc:docMk/>
          <pc:sldMk cId="528771744" sldId="336"/>
        </pc:sldMkLst>
        <pc:spChg chg="mod">
          <ac:chgData name="Mohaiminul Islam" userId="S::mohaiminul.islam@northsouth.edu::b8c578dd-123e-4080-8513-c25e2f552200" providerId="AD" clId="Web-{34720AEE-3912-2681-3331-94C207AA903A}" dt="2026-06-29T14:06:18.153" v="53" actId="20577"/>
          <ac:spMkLst>
            <pc:docMk/>
            <pc:sldMk cId="528771744" sldId="336"/>
            <ac:spMk id="111" creationId="{5F93A6C1-8082-E48B-4A61-41F91004CF6C}"/>
          </ac:spMkLst>
        </pc:spChg>
      </pc:sldChg>
      <pc:sldChg chg="modSp">
        <pc:chgData name="Mohaiminul Islam" userId="S::mohaiminul.islam@northsouth.edu::b8c578dd-123e-4080-8513-c25e2f552200" providerId="AD" clId="Web-{34720AEE-3912-2681-3331-94C207AA903A}" dt="2026-06-29T14:08:08.951" v="129" actId="20577"/>
        <pc:sldMkLst>
          <pc:docMk/>
          <pc:sldMk cId="3681735509" sldId="337"/>
        </pc:sldMkLst>
        <pc:spChg chg="mod">
          <ac:chgData name="Mohaiminul Islam" userId="S::mohaiminul.islam@northsouth.edu::b8c578dd-123e-4080-8513-c25e2f552200" providerId="AD" clId="Web-{34720AEE-3912-2681-3331-94C207AA903A}" dt="2026-06-29T14:08:08.951" v="129" actId="20577"/>
          <ac:spMkLst>
            <pc:docMk/>
            <pc:sldMk cId="3681735509" sldId="337"/>
            <ac:spMk id="111" creationId="{C1FD13AF-C7FB-58B1-F138-002AE8C0973B}"/>
          </ac:spMkLst>
        </pc:spChg>
      </pc:sldChg>
      <pc:sldChg chg="modSp">
        <pc:chgData name="Mohaiminul Islam" userId="S::mohaiminul.islam@northsouth.edu::b8c578dd-123e-4080-8513-c25e2f552200" providerId="AD" clId="Web-{34720AEE-3912-2681-3331-94C207AA903A}" dt="2026-06-29T14:10:38.937" v="197" actId="20577"/>
        <pc:sldMkLst>
          <pc:docMk/>
          <pc:sldMk cId="4110710246" sldId="338"/>
        </pc:sldMkLst>
        <pc:spChg chg="mod">
          <ac:chgData name="Mohaiminul Islam" userId="S::mohaiminul.islam@northsouth.edu::b8c578dd-123e-4080-8513-c25e2f552200" providerId="AD" clId="Web-{34720AEE-3912-2681-3331-94C207AA903A}" dt="2026-06-29T14:10:38.937" v="197" actId="20577"/>
          <ac:spMkLst>
            <pc:docMk/>
            <pc:sldMk cId="4110710246" sldId="338"/>
            <ac:spMk id="111" creationId="{B6313DC5-1EE7-E22E-5167-364E8437FC7F}"/>
          </ac:spMkLst>
        </pc:spChg>
      </pc:sldChg>
    </pc:docChg>
  </pc:docChgLst>
  <pc:docChgLst>
    <pc:chgData name="Mohaiminul Islam" userId="S::mohaiminul.islam@northsouth.edu::b8c578dd-123e-4080-8513-c25e2f552200" providerId="AD" clId="Web-{6BFF3EE4-C93C-3D1D-C419-963077D70597}"/>
    <pc:docChg chg="modSld">
      <pc:chgData name="Mohaiminul Islam" userId="S::mohaiminul.islam@northsouth.edu::b8c578dd-123e-4080-8513-c25e2f552200" providerId="AD" clId="Web-{6BFF3EE4-C93C-3D1D-C419-963077D70597}" dt="2026-06-24T13:35:40.876" v="3" actId="20577"/>
      <pc:docMkLst>
        <pc:docMk/>
      </pc:docMkLst>
      <pc:sldChg chg="modSp">
        <pc:chgData name="Mohaiminul Islam" userId="S::mohaiminul.islam@northsouth.edu::b8c578dd-123e-4080-8513-c25e2f552200" providerId="AD" clId="Web-{6BFF3EE4-C93C-3D1D-C419-963077D70597}" dt="2026-06-24T13:35:40.876" v="3" actId="20577"/>
        <pc:sldMkLst>
          <pc:docMk/>
          <pc:sldMk cId="0" sldId="256"/>
        </pc:sldMkLst>
        <pc:spChg chg="mod">
          <ac:chgData name="Mohaiminul Islam" userId="S::mohaiminul.islam@northsouth.edu::b8c578dd-123e-4080-8513-c25e2f552200" providerId="AD" clId="Web-{6BFF3EE4-C93C-3D1D-C419-963077D70597}" dt="2026-06-24T13:35:40.876" v="3" actId="20577"/>
          <ac:spMkLst>
            <pc:docMk/>
            <pc:sldMk cId="0" sldId="256"/>
            <ac:spMk id="98" creationId="{00000000-0000-0000-0000-000000000000}"/>
          </ac:spMkLst>
        </pc:spChg>
      </pc:sldChg>
    </pc:docChg>
  </pc:docChgLst>
  <pc:docChgLst>
    <pc:chgData name="Mohaiminul Islam" userId="S::mohaiminul.islam@northsouth.edu::b8c578dd-123e-4080-8513-c25e2f552200" providerId="AD" clId="Web-{7F32D75E-767A-4C85-3E82-B7E2576E622E}"/>
    <pc:docChg chg="addSld delSld modSld">
      <pc:chgData name="Mohaiminul Islam" userId="S::mohaiminul.islam@northsouth.edu::b8c578dd-123e-4080-8513-c25e2f552200" providerId="AD" clId="Web-{7F32D75E-767A-4C85-3E82-B7E2576E622E}" dt="2026-06-25T04:35:29.619" v="2349" actId="20577"/>
      <pc:docMkLst>
        <pc:docMk/>
      </pc:docMkLst>
      <pc:sldChg chg="modSp">
        <pc:chgData name="Mohaiminul Islam" userId="S::mohaiminul.islam@northsouth.edu::b8c578dd-123e-4080-8513-c25e2f552200" providerId="AD" clId="Web-{7F32D75E-767A-4C85-3E82-B7E2576E622E}" dt="2026-06-25T04:32:26.258" v="2160" actId="20577"/>
        <pc:sldMkLst>
          <pc:docMk/>
          <pc:sldMk cId="0" sldId="256"/>
        </pc:sldMkLst>
        <pc:spChg chg="mod">
          <ac:chgData name="Mohaiminul Islam" userId="S::mohaiminul.islam@northsouth.edu::b8c578dd-123e-4080-8513-c25e2f552200" providerId="AD" clId="Web-{7F32D75E-767A-4C85-3E82-B7E2576E622E}" dt="2026-06-25T04:32:26.258" v="2160" actId="20577"/>
          <ac:spMkLst>
            <pc:docMk/>
            <pc:sldMk cId="0" sldId="256"/>
            <ac:spMk id="98" creationId="{00000000-0000-0000-0000-000000000000}"/>
          </ac:spMkLst>
        </pc:spChg>
      </pc:sldChg>
      <pc:sldChg chg="modSp">
        <pc:chgData name="Mohaiminul Islam" userId="S::mohaiminul.islam@northsouth.edu::b8c578dd-123e-4080-8513-c25e2f552200" providerId="AD" clId="Web-{7F32D75E-767A-4C85-3E82-B7E2576E622E}" dt="2026-06-25T00:59:41.330" v="222" actId="20577"/>
        <pc:sldMkLst>
          <pc:docMk/>
          <pc:sldMk cId="0" sldId="258"/>
        </pc:sldMkLst>
        <pc:spChg chg="mod">
          <ac:chgData name="Mohaiminul Islam" userId="S::mohaiminul.islam@northsouth.edu::b8c578dd-123e-4080-8513-c25e2f552200" providerId="AD" clId="Web-{7F32D75E-767A-4C85-3E82-B7E2576E622E}" dt="2026-06-25T00:59:41.330" v="222" actId="20577"/>
          <ac:spMkLst>
            <pc:docMk/>
            <pc:sldMk cId="0" sldId="258"/>
            <ac:spMk id="111" creationId="{00000000-0000-0000-0000-000000000000}"/>
          </ac:spMkLst>
        </pc:spChg>
      </pc:sldChg>
      <pc:sldChg chg="modSp">
        <pc:chgData name="Mohaiminul Islam" userId="S::mohaiminul.islam@northsouth.edu::b8c578dd-123e-4080-8513-c25e2f552200" providerId="AD" clId="Web-{7F32D75E-767A-4C85-3E82-B7E2576E622E}" dt="2026-06-25T01:19:10.891" v="507" actId="20577"/>
        <pc:sldMkLst>
          <pc:docMk/>
          <pc:sldMk cId="4129905145" sldId="333"/>
        </pc:sldMkLst>
        <pc:spChg chg="mod">
          <ac:chgData name="Mohaiminul Islam" userId="S::mohaiminul.islam@northsouth.edu::b8c578dd-123e-4080-8513-c25e2f552200" providerId="AD" clId="Web-{7F32D75E-767A-4C85-3E82-B7E2576E622E}" dt="2026-06-25T01:14:01.957" v="342" actId="20577"/>
          <ac:spMkLst>
            <pc:docMk/>
            <pc:sldMk cId="4129905145" sldId="333"/>
            <ac:spMk id="110" creationId="{320E283E-A6D0-F95A-F6F1-069BB443521E}"/>
          </ac:spMkLst>
        </pc:spChg>
        <pc:spChg chg="mod">
          <ac:chgData name="Mohaiminul Islam" userId="S::mohaiminul.islam@northsouth.edu::b8c578dd-123e-4080-8513-c25e2f552200" providerId="AD" clId="Web-{7F32D75E-767A-4C85-3E82-B7E2576E622E}" dt="2026-06-25T01:19:10.891" v="507" actId="20577"/>
          <ac:spMkLst>
            <pc:docMk/>
            <pc:sldMk cId="4129905145" sldId="333"/>
            <ac:spMk id="111" creationId="{8372DB33-F207-80A5-2E81-4AF51779C95D}"/>
          </ac:spMkLst>
        </pc:spChg>
      </pc:sldChg>
      <pc:sldChg chg="modSp">
        <pc:chgData name="Mohaiminul Islam" userId="S::mohaiminul.islam@northsouth.edu::b8c578dd-123e-4080-8513-c25e2f552200" providerId="AD" clId="Web-{7F32D75E-767A-4C85-3E82-B7E2576E622E}" dt="2026-06-25T01:23:11.758" v="690" actId="20577"/>
        <pc:sldMkLst>
          <pc:docMk/>
          <pc:sldMk cId="1677330919" sldId="334"/>
        </pc:sldMkLst>
        <pc:spChg chg="mod">
          <ac:chgData name="Mohaiminul Islam" userId="S::mohaiminul.islam@northsouth.edu::b8c578dd-123e-4080-8513-c25e2f552200" providerId="AD" clId="Web-{7F32D75E-767A-4C85-3E82-B7E2576E622E}" dt="2026-06-25T01:20:07.190" v="518" actId="20577"/>
          <ac:spMkLst>
            <pc:docMk/>
            <pc:sldMk cId="1677330919" sldId="334"/>
            <ac:spMk id="110" creationId="{1510A59B-5E99-9090-5B2B-BA4E9572006D}"/>
          </ac:spMkLst>
        </pc:spChg>
        <pc:spChg chg="mod">
          <ac:chgData name="Mohaiminul Islam" userId="S::mohaiminul.islam@northsouth.edu::b8c578dd-123e-4080-8513-c25e2f552200" providerId="AD" clId="Web-{7F32D75E-767A-4C85-3E82-B7E2576E622E}" dt="2026-06-25T01:23:11.758" v="690" actId="20577"/>
          <ac:spMkLst>
            <pc:docMk/>
            <pc:sldMk cId="1677330919" sldId="334"/>
            <ac:spMk id="111" creationId="{AC516C28-3464-8632-444E-98468D1B8E54}"/>
          </ac:spMkLst>
        </pc:spChg>
      </pc:sldChg>
      <pc:sldChg chg="modSp">
        <pc:chgData name="Mohaiminul Islam" userId="S::mohaiminul.islam@northsouth.edu::b8c578dd-123e-4080-8513-c25e2f552200" providerId="AD" clId="Web-{7F32D75E-767A-4C85-3E82-B7E2576E622E}" dt="2026-06-25T01:30:45.294" v="1045" actId="20577"/>
        <pc:sldMkLst>
          <pc:docMk/>
          <pc:sldMk cId="103130495" sldId="335"/>
        </pc:sldMkLst>
        <pc:spChg chg="mod">
          <ac:chgData name="Mohaiminul Islam" userId="S::mohaiminul.islam@northsouth.edu::b8c578dd-123e-4080-8513-c25e2f552200" providerId="AD" clId="Web-{7F32D75E-767A-4C85-3E82-B7E2576E622E}" dt="2026-06-25T01:23:41.509" v="717" actId="20577"/>
          <ac:spMkLst>
            <pc:docMk/>
            <pc:sldMk cId="103130495" sldId="335"/>
            <ac:spMk id="110" creationId="{E1F63B53-12B5-0B1E-F59E-7FC89F8E130C}"/>
          </ac:spMkLst>
        </pc:spChg>
        <pc:spChg chg="mod">
          <ac:chgData name="Mohaiminul Islam" userId="S::mohaiminul.islam@northsouth.edu::b8c578dd-123e-4080-8513-c25e2f552200" providerId="AD" clId="Web-{7F32D75E-767A-4C85-3E82-B7E2576E622E}" dt="2026-06-25T01:30:45.294" v="1045" actId="20577"/>
          <ac:spMkLst>
            <pc:docMk/>
            <pc:sldMk cId="103130495" sldId="335"/>
            <ac:spMk id="111" creationId="{1C3B614F-BE0E-0890-93E5-50EF653E05C6}"/>
          </ac:spMkLst>
        </pc:spChg>
      </pc:sldChg>
      <pc:sldChg chg="modSp">
        <pc:chgData name="Mohaiminul Islam" userId="S::mohaiminul.islam@northsouth.edu::b8c578dd-123e-4080-8513-c25e2f552200" providerId="AD" clId="Web-{7F32D75E-767A-4C85-3E82-B7E2576E622E}" dt="2026-06-25T01:38:55.359" v="1440" actId="20577"/>
        <pc:sldMkLst>
          <pc:docMk/>
          <pc:sldMk cId="528771744" sldId="336"/>
        </pc:sldMkLst>
        <pc:spChg chg="mod">
          <ac:chgData name="Mohaiminul Islam" userId="S::mohaiminul.islam@northsouth.edu::b8c578dd-123e-4080-8513-c25e2f552200" providerId="AD" clId="Web-{7F32D75E-767A-4C85-3E82-B7E2576E622E}" dt="2026-06-25T01:31:11.139" v="1051" actId="20577"/>
          <ac:spMkLst>
            <pc:docMk/>
            <pc:sldMk cId="528771744" sldId="336"/>
            <ac:spMk id="110" creationId="{83530AA0-E890-119F-2454-A06E3D98E547}"/>
          </ac:spMkLst>
        </pc:spChg>
        <pc:spChg chg="mod">
          <ac:chgData name="Mohaiminul Islam" userId="S::mohaiminul.islam@northsouth.edu::b8c578dd-123e-4080-8513-c25e2f552200" providerId="AD" clId="Web-{7F32D75E-767A-4C85-3E82-B7E2576E622E}" dt="2026-06-25T01:38:55.359" v="1440" actId="20577"/>
          <ac:spMkLst>
            <pc:docMk/>
            <pc:sldMk cId="528771744" sldId="336"/>
            <ac:spMk id="111" creationId="{5F93A6C1-8082-E48B-4A61-41F91004CF6C}"/>
          </ac:spMkLst>
        </pc:spChg>
      </pc:sldChg>
      <pc:sldChg chg="modSp">
        <pc:chgData name="Mohaiminul Islam" userId="S::mohaiminul.islam@northsouth.edu::b8c578dd-123e-4080-8513-c25e2f552200" providerId="AD" clId="Web-{7F32D75E-767A-4C85-3E82-B7E2576E622E}" dt="2026-06-25T01:42:03.990" v="1625" actId="20577"/>
        <pc:sldMkLst>
          <pc:docMk/>
          <pc:sldMk cId="3681735509" sldId="337"/>
        </pc:sldMkLst>
        <pc:spChg chg="mod">
          <ac:chgData name="Mohaiminul Islam" userId="S::mohaiminul.islam@northsouth.edu::b8c578dd-123e-4080-8513-c25e2f552200" providerId="AD" clId="Web-{7F32D75E-767A-4C85-3E82-B7E2576E622E}" dt="2026-06-25T01:39:42.017" v="1462" actId="20577"/>
          <ac:spMkLst>
            <pc:docMk/>
            <pc:sldMk cId="3681735509" sldId="337"/>
            <ac:spMk id="110" creationId="{7C1348B0-533A-5DD1-A88F-DA819DE3B50E}"/>
          </ac:spMkLst>
        </pc:spChg>
        <pc:spChg chg="mod">
          <ac:chgData name="Mohaiminul Islam" userId="S::mohaiminul.islam@northsouth.edu::b8c578dd-123e-4080-8513-c25e2f552200" providerId="AD" clId="Web-{7F32D75E-767A-4C85-3E82-B7E2576E622E}" dt="2026-06-25T01:42:03.990" v="1625" actId="20577"/>
          <ac:spMkLst>
            <pc:docMk/>
            <pc:sldMk cId="3681735509" sldId="337"/>
            <ac:spMk id="111" creationId="{C1FD13AF-C7FB-58B1-F138-002AE8C0973B}"/>
          </ac:spMkLst>
        </pc:spChg>
      </pc:sldChg>
      <pc:sldChg chg="modSp">
        <pc:chgData name="Mohaiminul Islam" userId="S::mohaiminul.islam@northsouth.edu::b8c578dd-123e-4080-8513-c25e2f552200" providerId="AD" clId="Web-{7F32D75E-767A-4C85-3E82-B7E2576E622E}" dt="2026-06-25T01:46:38.628" v="1825" actId="20577"/>
        <pc:sldMkLst>
          <pc:docMk/>
          <pc:sldMk cId="4110710246" sldId="338"/>
        </pc:sldMkLst>
        <pc:spChg chg="mod">
          <ac:chgData name="Mohaiminul Islam" userId="S::mohaiminul.islam@northsouth.edu::b8c578dd-123e-4080-8513-c25e2f552200" providerId="AD" clId="Web-{7F32D75E-767A-4C85-3E82-B7E2576E622E}" dt="2026-06-25T01:44:12.402" v="1735" actId="20577"/>
          <ac:spMkLst>
            <pc:docMk/>
            <pc:sldMk cId="4110710246" sldId="338"/>
            <ac:spMk id="110" creationId="{4A649FB9-2A67-B242-9381-9B418527585D}"/>
          </ac:spMkLst>
        </pc:spChg>
        <pc:spChg chg="mod">
          <ac:chgData name="Mohaiminul Islam" userId="S::mohaiminul.islam@northsouth.edu::b8c578dd-123e-4080-8513-c25e2f552200" providerId="AD" clId="Web-{7F32D75E-767A-4C85-3E82-B7E2576E622E}" dt="2026-06-25T01:46:38.628" v="1825" actId="20577"/>
          <ac:spMkLst>
            <pc:docMk/>
            <pc:sldMk cId="4110710246" sldId="338"/>
            <ac:spMk id="111" creationId="{B6313DC5-1EE7-E22E-5167-364E8437FC7F}"/>
          </ac:spMkLst>
        </pc:spChg>
      </pc:sldChg>
      <pc:sldChg chg="modSp">
        <pc:chgData name="Mohaiminul Islam" userId="S::mohaiminul.islam@northsouth.edu::b8c578dd-123e-4080-8513-c25e2f552200" providerId="AD" clId="Web-{7F32D75E-767A-4C85-3E82-B7E2576E622E}" dt="2026-06-25T04:32:16.883" v="2159" actId="20577"/>
        <pc:sldMkLst>
          <pc:docMk/>
          <pc:sldMk cId="961585463" sldId="339"/>
        </pc:sldMkLst>
        <pc:spChg chg="mod">
          <ac:chgData name="Mohaiminul Islam" userId="S::mohaiminul.islam@northsouth.edu::b8c578dd-123e-4080-8513-c25e2f552200" providerId="AD" clId="Web-{7F32D75E-767A-4C85-3E82-B7E2576E622E}" dt="2026-06-25T01:47:21.911" v="1834" actId="20577"/>
          <ac:spMkLst>
            <pc:docMk/>
            <pc:sldMk cId="961585463" sldId="339"/>
            <ac:spMk id="110" creationId="{5633F41C-C674-150B-5F70-99C37E6729C1}"/>
          </ac:spMkLst>
        </pc:spChg>
        <pc:spChg chg="mod">
          <ac:chgData name="Mohaiminul Islam" userId="S::mohaiminul.islam@northsouth.edu::b8c578dd-123e-4080-8513-c25e2f552200" providerId="AD" clId="Web-{7F32D75E-767A-4C85-3E82-B7E2576E622E}" dt="2026-06-25T04:32:16.883" v="2159" actId="20577"/>
          <ac:spMkLst>
            <pc:docMk/>
            <pc:sldMk cId="961585463" sldId="339"/>
            <ac:spMk id="111" creationId="{D0B444C9-00B8-BD4D-2250-3639CF38690F}"/>
          </ac:spMkLst>
        </pc:spChg>
      </pc:sldChg>
      <pc:sldChg chg="modSp add replId">
        <pc:chgData name="Mohaiminul Islam" userId="S::mohaiminul.islam@northsouth.edu::b8c578dd-123e-4080-8513-c25e2f552200" providerId="AD" clId="Web-{7F32D75E-767A-4C85-3E82-B7E2576E622E}" dt="2026-06-25T04:35:29.619" v="2349" actId="20577"/>
        <pc:sldMkLst>
          <pc:docMk/>
          <pc:sldMk cId="3444642975" sldId="340"/>
        </pc:sldMkLst>
        <pc:spChg chg="mod">
          <ac:chgData name="Mohaiminul Islam" userId="S::mohaiminul.islam@northsouth.edu::b8c578dd-123e-4080-8513-c25e2f552200" providerId="AD" clId="Web-{7F32D75E-767A-4C85-3E82-B7E2576E622E}" dt="2026-06-25T04:35:29.619" v="2349" actId="20577"/>
          <ac:spMkLst>
            <pc:docMk/>
            <pc:sldMk cId="3444642975" sldId="340"/>
            <ac:spMk id="110" creationId="{EF618B2A-8B24-D8B0-A64B-2C4211551FBC}"/>
          </ac:spMkLst>
        </pc:spChg>
        <pc:spChg chg="mod">
          <ac:chgData name="Mohaiminul Islam" userId="S::mohaiminul.islam@northsouth.edu::b8c578dd-123e-4080-8513-c25e2f552200" providerId="AD" clId="Web-{7F32D75E-767A-4C85-3E82-B7E2576E622E}" dt="2026-06-25T04:34:58.681" v="2345" actId="20577"/>
          <ac:spMkLst>
            <pc:docMk/>
            <pc:sldMk cId="3444642975" sldId="340"/>
            <ac:spMk id="111" creationId="{CF8A7201-33D7-E993-B5F0-21EA2D0C5A24}"/>
          </ac:spMkLst>
        </pc:spChg>
      </pc:sldChg>
    </pc:docChg>
  </pc:docChgLst>
  <pc:docChgLst>
    <pc:chgData name="Mohaiminul Islam" userId="S::mohaiminul.islam@northsouth.edu::b8c578dd-123e-4080-8513-c25e2f552200" providerId="AD" clId="Web-{D64BCBF5-0A94-0D22-D117-60E4DD4278C2}"/>
    <pc:docChg chg="addSld delSld modSld">
      <pc:chgData name="Mohaiminul Islam" userId="S::mohaiminul.islam@northsouth.edu::b8c578dd-123e-4080-8513-c25e2f552200" providerId="AD" clId="Web-{D64BCBF5-0A94-0D22-D117-60E4DD4278C2}" dt="2026-06-18T01:59:45.195" v="1270" actId="20577"/>
      <pc:docMkLst>
        <pc:docMk/>
      </pc:docMkLst>
      <pc:sldChg chg="modSp">
        <pc:chgData name="Mohaiminul Islam" userId="S::mohaiminul.islam@northsouth.edu::b8c578dd-123e-4080-8513-c25e2f552200" providerId="AD" clId="Web-{D64BCBF5-0A94-0D22-D117-60E4DD4278C2}" dt="2026-06-17T18:24:16.707" v="622" actId="20577"/>
        <pc:sldMkLst>
          <pc:docMk/>
          <pc:sldMk cId="0" sldId="256"/>
        </pc:sldMkLst>
        <pc:spChg chg="mod">
          <ac:chgData name="Mohaiminul Islam" userId="S::mohaiminul.islam@northsouth.edu::b8c578dd-123e-4080-8513-c25e2f552200" providerId="AD" clId="Web-{D64BCBF5-0A94-0D22-D117-60E4DD4278C2}" dt="2026-06-17T18:24:16.707" v="622" actId="20577"/>
          <ac:spMkLst>
            <pc:docMk/>
            <pc:sldMk cId="0" sldId="256"/>
            <ac:spMk id="98" creationId="{00000000-0000-0000-0000-000000000000}"/>
          </ac:spMkLst>
        </pc:spChg>
      </pc:sldChg>
      <pc:sldChg chg="modSp">
        <pc:chgData name="Mohaiminul Islam" userId="S::mohaiminul.islam@northsouth.edu::b8c578dd-123e-4080-8513-c25e2f552200" providerId="AD" clId="Web-{D64BCBF5-0A94-0D22-D117-60E4DD4278C2}" dt="2026-06-17T14:12:02.089" v="285" actId="20577"/>
        <pc:sldMkLst>
          <pc:docMk/>
          <pc:sldMk cId="0" sldId="258"/>
        </pc:sldMkLst>
        <pc:spChg chg="mod">
          <ac:chgData name="Mohaiminul Islam" userId="S::mohaiminul.islam@northsouth.edu::b8c578dd-123e-4080-8513-c25e2f552200" providerId="AD" clId="Web-{D64BCBF5-0A94-0D22-D117-60E4DD4278C2}" dt="2026-06-17T10:49:33.148" v="43" actId="20577"/>
          <ac:spMkLst>
            <pc:docMk/>
            <pc:sldMk cId="0" sldId="258"/>
            <ac:spMk id="110" creationId="{00000000-0000-0000-0000-000000000000}"/>
          </ac:spMkLst>
        </pc:spChg>
        <pc:spChg chg="mod">
          <ac:chgData name="Mohaiminul Islam" userId="S::mohaiminul.islam@northsouth.edu::b8c578dd-123e-4080-8513-c25e2f552200" providerId="AD" clId="Web-{D64BCBF5-0A94-0D22-D117-60E4DD4278C2}" dt="2026-06-17T14:12:02.089" v="285" actId="20577"/>
          <ac:spMkLst>
            <pc:docMk/>
            <pc:sldMk cId="0" sldId="258"/>
            <ac:spMk id="111" creationId="{00000000-0000-0000-0000-000000000000}"/>
          </ac:spMkLst>
        </pc:spChg>
      </pc:sldChg>
    </pc:docChg>
  </pc:docChgLst>
  <pc:docChgLst>
    <pc:chgData name="Mohaiminul Islam" userId="S::mohaiminul.islam@northsouth.edu::b8c578dd-123e-4080-8513-c25e2f552200" providerId="AD" clId="Web-{D863368B-0999-3DE6-33D2-692B645D602F}"/>
    <pc:docChg chg="addSld delSld modSld sldOrd">
      <pc:chgData name="Mohaiminul Islam" userId="S::mohaiminul.islam@northsouth.edu::b8c578dd-123e-4080-8513-c25e2f552200" providerId="AD" clId="Web-{D863368B-0999-3DE6-33D2-692B645D602F}" dt="2026-06-19T13:55:07.213" v="1696" actId="20577"/>
      <pc:docMkLst>
        <pc:docMk/>
      </pc:docMkLst>
      <pc:sldChg chg="modSp">
        <pc:chgData name="Mohaiminul Islam" userId="S::mohaiminul.islam@northsouth.edu::b8c578dd-123e-4080-8513-c25e2f552200" providerId="AD" clId="Web-{D863368B-0999-3DE6-33D2-692B645D602F}" dt="2026-06-19T12:08:19.278" v="917" actId="20577"/>
        <pc:sldMkLst>
          <pc:docMk/>
          <pc:sldMk cId="0" sldId="256"/>
        </pc:sldMkLst>
        <pc:spChg chg="mod">
          <ac:chgData name="Mohaiminul Islam" userId="S::mohaiminul.islam@northsouth.edu::b8c578dd-123e-4080-8513-c25e2f552200" providerId="AD" clId="Web-{D863368B-0999-3DE6-33D2-692B645D602F}" dt="2026-06-19T12:08:19.278" v="917" actId="20577"/>
          <ac:spMkLst>
            <pc:docMk/>
            <pc:sldMk cId="0" sldId="256"/>
            <ac:spMk id="98" creationId="{00000000-0000-0000-0000-000000000000}"/>
          </ac:spMkLst>
        </pc:spChg>
      </pc:sldChg>
      <pc:sldChg chg="modSp">
        <pc:chgData name="Mohaiminul Islam" userId="S::mohaiminul.islam@northsouth.edu::b8c578dd-123e-4080-8513-c25e2f552200" providerId="AD" clId="Web-{D863368B-0999-3DE6-33D2-692B645D602F}" dt="2026-06-19T12:07:53.669" v="915" actId="20577"/>
        <pc:sldMkLst>
          <pc:docMk/>
          <pc:sldMk cId="0" sldId="258"/>
        </pc:sldMkLst>
        <pc:spChg chg="mod">
          <ac:chgData name="Mohaiminul Islam" userId="S::mohaiminul.islam@northsouth.edu::b8c578dd-123e-4080-8513-c25e2f552200" providerId="AD" clId="Web-{D863368B-0999-3DE6-33D2-692B645D602F}" dt="2026-06-19T12:05:52.981" v="860" actId="20577"/>
          <ac:spMkLst>
            <pc:docMk/>
            <pc:sldMk cId="0" sldId="258"/>
            <ac:spMk id="110" creationId="{00000000-0000-0000-0000-000000000000}"/>
          </ac:spMkLst>
        </pc:spChg>
        <pc:spChg chg="mod">
          <ac:chgData name="Mohaiminul Islam" userId="S::mohaiminul.islam@northsouth.edu::b8c578dd-123e-4080-8513-c25e2f552200" providerId="AD" clId="Web-{D863368B-0999-3DE6-33D2-692B645D602F}" dt="2026-06-19T12:07:53.669" v="915" actId="20577"/>
          <ac:spMkLst>
            <pc:docMk/>
            <pc:sldMk cId="0" sldId="258"/>
            <ac:spMk id="111" creationId="{00000000-0000-0000-0000-000000000000}"/>
          </ac:spMkLst>
        </pc:spChg>
      </pc:sldChg>
    </pc:docChg>
  </pc:docChgLst>
  <pc:docChgLst>
    <pc:chgData name="Mohaiminul Islam" userId="S::mohaiminul.islam@northsouth.edu::b8c578dd-123e-4080-8513-c25e2f552200" providerId="AD" clId="Web-{FF1A85B3-E0A6-85C3-F4C3-EBB7C1676B57}"/>
    <pc:docChg chg="modSld">
      <pc:chgData name="Mohaiminul Islam" userId="S::mohaiminul.islam@northsouth.edu::b8c578dd-123e-4080-8513-c25e2f552200" providerId="AD" clId="Web-{FF1A85B3-E0A6-85C3-F4C3-EBB7C1676B57}" dt="2026-06-20T17:56:43.961" v="31" actId="20577"/>
      <pc:docMkLst>
        <pc:docMk/>
      </pc:docMkLst>
      <pc:sldChg chg="modSp">
        <pc:chgData name="Mohaiminul Islam" userId="S::mohaiminul.islam@northsouth.edu::b8c578dd-123e-4080-8513-c25e2f552200" providerId="AD" clId="Web-{FF1A85B3-E0A6-85C3-F4C3-EBB7C1676B57}" dt="2026-06-20T04:31:27.838" v="16" actId="20577"/>
        <pc:sldMkLst>
          <pc:docMk/>
          <pc:sldMk cId="0" sldId="256"/>
        </pc:sldMkLst>
        <pc:spChg chg="mod">
          <ac:chgData name="Mohaiminul Islam" userId="S::mohaiminul.islam@northsouth.edu::b8c578dd-123e-4080-8513-c25e2f552200" providerId="AD" clId="Web-{FF1A85B3-E0A6-85C3-F4C3-EBB7C1676B57}" dt="2026-06-20T04:31:27.838" v="16" actId="20577"/>
          <ac:spMkLst>
            <pc:docMk/>
            <pc:sldMk cId="0" sldId="256"/>
            <ac:spMk id="98" creationId="{00000000-0000-0000-0000-000000000000}"/>
          </ac:spMkLst>
        </pc:spChg>
      </pc:sldChg>
      <pc:sldChg chg="modSp">
        <pc:chgData name="Mohaiminul Islam" userId="S::mohaiminul.islam@northsouth.edu::b8c578dd-123e-4080-8513-c25e2f552200" providerId="AD" clId="Web-{FF1A85B3-E0A6-85C3-F4C3-EBB7C1676B57}" dt="2026-06-20T17:56:43.961" v="31" actId="20577"/>
        <pc:sldMkLst>
          <pc:docMk/>
          <pc:sldMk cId="4110710246" sldId="338"/>
        </pc:sldMkLst>
        <pc:spChg chg="mod">
          <ac:chgData name="Mohaiminul Islam" userId="S::mohaiminul.islam@northsouth.edu::b8c578dd-123e-4080-8513-c25e2f552200" providerId="AD" clId="Web-{FF1A85B3-E0A6-85C3-F4C3-EBB7C1676B57}" dt="2026-06-20T17:56:43.961" v="31" actId="20577"/>
          <ac:spMkLst>
            <pc:docMk/>
            <pc:sldMk cId="4110710246" sldId="338"/>
            <ac:spMk id="111" creationId="{B6313DC5-1EE7-E22E-5167-364E8437FC7F}"/>
          </ac:spMkLst>
        </pc:spChg>
      </pc:sldChg>
    </pc:docChg>
  </pc:docChgLst>
  <pc:docChgLst>
    <pc:chgData name="Mohaiminul Islam" userId="S::mohaiminul.islam@northsouth.edu::b8c578dd-123e-4080-8513-c25e2f552200" providerId="AD" clId="Web-{81313099-D412-8C14-3276-CFC45DCDEBC0}"/>
    <pc:docChg chg="addSld delSld modSld sldOrd">
      <pc:chgData name="Mohaiminul Islam" userId="S::mohaiminul.islam@northsouth.edu::b8c578dd-123e-4080-8513-c25e2f552200" providerId="AD" clId="Web-{81313099-D412-8C14-3276-CFC45DCDEBC0}" dt="2026-06-20T01:21:36.617" v="1860" actId="20577"/>
      <pc:docMkLst>
        <pc:docMk/>
      </pc:docMkLst>
      <pc:sldChg chg="modSp add ord replId">
        <pc:chgData name="Mohaiminul Islam" userId="S::mohaiminul.islam@northsouth.edu::b8c578dd-123e-4080-8513-c25e2f552200" providerId="AD" clId="Web-{81313099-D412-8C14-3276-CFC45DCDEBC0}" dt="2026-06-19T14:23:50.646" v="678" actId="20577"/>
        <pc:sldMkLst>
          <pc:docMk/>
          <pc:sldMk cId="4129905145" sldId="333"/>
        </pc:sldMkLst>
        <pc:spChg chg="mod">
          <ac:chgData name="Mohaiminul Islam" userId="S::mohaiminul.islam@northsouth.edu::b8c578dd-123e-4080-8513-c25e2f552200" providerId="AD" clId="Web-{81313099-D412-8C14-3276-CFC45DCDEBC0}" dt="2026-06-19T14:23:50.646" v="678" actId="20577"/>
          <ac:spMkLst>
            <pc:docMk/>
            <pc:sldMk cId="4129905145" sldId="333"/>
            <ac:spMk id="110" creationId="{320E283E-A6D0-F95A-F6F1-069BB443521E}"/>
          </ac:spMkLst>
        </pc:spChg>
        <pc:spChg chg="mod">
          <ac:chgData name="Mohaiminul Islam" userId="S::mohaiminul.islam@northsouth.edu::b8c578dd-123e-4080-8513-c25e2f552200" providerId="AD" clId="Web-{81313099-D412-8C14-3276-CFC45DCDEBC0}" dt="2026-06-19T14:14:40.610" v="400" actId="20577"/>
          <ac:spMkLst>
            <pc:docMk/>
            <pc:sldMk cId="4129905145" sldId="333"/>
            <ac:spMk id="111" creationId="{8372DB33-F207-80A5-2E81-4AF51779C95D}"/>
          </ac:spMkLst>
        </pc:spChg>
      </pc:sldChg>
      <pc:sldChg chg="modSp add replId">
        <pc:chgData name="Mohaiminul Islam" userId="S::mohaiminul.islam@northsouth.edu::b8c578dd-123e-4080-8513-c25e2f552200" providerId="AD" clId="Web-{81313099-D412-8C14-3276-CFC45DCDEBC0}" dt="2026-06-20T00:22:12.985" v="1392" actId="20577"/>
        <pc:sldMkLst>
          <pc:docMk/>
          <pc:sldMk cId="1677330919" sldId="334"/>
        </pc:sldMkLst>
        <pc:spChg chg="mod">
          <ac:chgData name="Mohaiminul Islam" userId="S::mohaiminul.islam@northsouth.edu::b8c578dd-123e-4080-8513-c25e2f552200" providerId="AD" clId="Web-{81313099-D412-8C14-3276-CFC45DCDEBC0}" dt="2026-06-19T14:23:57.553" v="682" actId="20577"/>
          <ac:spMkLst>
            <pc:docMk/>
            <pc:sldMk cId="1677330919" sldId="334"/>
            <ac:spMk id="110" creationId="{1510A59B-5E99-9090-5B2B-BA4E9572006D}"/>
          </ac:spMkLst>
        </pc:spChg>
        <pc:spChg chg="mod">
          <ac:chgData name="Mohaiminul Islam" userId="S::mohaiminul.islam@northsouth.edu::b8c578dd-123e-4080-8513-c25e2f552200" providerId="AD" clId="Web-{81313099-D412-8C14-3276-CFC45DCDEBC0}" dt="2026-06-20T00:22:12.985" v="1392" actId="20577"/>
          <ac:spMkLst>
            <pc:docMk/>
            <pc:sldMk cId="1677330919" sldId="334"/>
            <ac:spMk id="111" creationId="{AC516C28-3464-8632-444E-98468D1B8E54}"/>
          </ac:spMkLst>
        </pc:spChg>
      </pc:sldChg>
      <pc:sldChg chg="modSp add ord replId">
        <pc:chgData name="Mohaiminul Islam" userId="S::mohaiminul.islam@northsouth.edu::b8c578dd-123e-4080-8513-c25e2f552200" providerId="AD" clId="Web-{81313099-D412-8C14-3276-CFC45DCDEBC0}" dt="2026-06-19T14:30:26.378" v="948" actId="20577"/>
        <pc:sldMkLst>
          <pc:docMk/>
          <pc:sldMk cId="103130495" sldId="335"/>
        </pc:sldMkLst>
        <pc:spChg chg="mod">
          <ac:chgData name="Mohaiminul Islam" userId="S::mohaiminul.islam@northsouth.edu::b8c578dd-123e-4080-8513-c25e2f552200" providerId="AD" clId="Web-{81313099-D412-8C14-3276-CFC45DCDEBC0}" dt="2026-06-19T14:25:21.384" v="696" actId="20577"/>
          <ac:spMkLst>
            <pc:docMk/>
            <pc:sldMk cId="103130495" sldId="335"/>
            <ac:spMk id="110" creationId="{E1F63B53-12B5-0B1E-F59E-7FC89F8E130C}"/>
          </ac:spMkLst>
        </pc:spChg>
        <pc:spChg chg="mod">
          <ac:chgData name="Mohaiminul Islam" userId="S::mohaiminul.islam@northsouth.edu::b8c578dd-123e-4080-8513-c25e2f552200" providerId="AD" clId="Web-{81313099-D412-8C14-3276-CFC45DCDEBC0}" dt="2026-06-19T14:30:26.378" v="948" actId="20577"/>
          <ac:spMkLst>
            <pc:docMk/>
            <pc:sldMk cId="103130495" sldId="335"/>
            <ac:spMk id="111" creationId="{1C3B614F-BE0E-0890-93E5-50EF653E05C6}"/>
          </ac:spMkLst>
        </pc:spChg>
      </pc:sldChg>
      <pc:sldChg chg="modSp add replId">
        <pc:chgData name="Mohaiminul Islam" userId="S::mohaiminul.islam@northsouth.edu::b8c578dd-123e-4080-8513-c25e2f552200" providerId="AD" clId="Web-{81313099-D412-8C14-3276-CFC45DCDEBC0}" dt="2026-06-19T16:13:53.305" v="1122" actId="20577"/>
        <pc:sldMkLst>
          <pc:docMk/>
          <pc:sldMk cId="528771744" sldId="336"/>
        </pc:sldMkLst>
        <pc:spChg chg="mod">
          <ac:chgData name="Mohaiminul Islam" userId="S::mohaiminul.islam@northsouth.edu::b8c578dd-123e-4080-8513-c25e2f552200" providerId="AD" clId="Web-{81313099-D412-8C14-3276-CFC45DCDEBC0}" dt="2026-06-19T16:13:53.305" v="1122" actId="20577"/>
          <ac:spMkLst>
            <pc:docMk/>
            <pc:sldMk cId="528771744" sldId="336"/>
            <ac:spMk id="111" creationId="{5F93A6C1-8082-E48B-4A61-41F91004CF6C}"/>
          </ac:spMkLst>
        </pc:spChg>
      </pc:sldChg>
      <pc:sldChg chg="modSp add replId">
        <pc:chgData name="Mohaiminul Islam" userId="S::mohaiminul.islam@northsouth.edu::b8c578dd-123e-4080-8513-c25e2f552200" providerId="AD" clId="Web-{81313099-D412-8C14-3276-CFC45DCDEBC0}" dt="2026-06-19T16:53:27.439" v="1382" actId="20577"/>
        <pc:sldMkLst>
          <pc:docMk/>
          <pc:sldMk cId="3681735509" sldId="337"/>
        </pc:sldMkLst>
        <pc:spChg chg="mod">
          <ac:chgData name="Mohaiminul Islam" userId="S::mohaiminul.islam@northsouth.edu::b8c578dd-123e-4080-8513-c25e2f552200" providerId="AD" clId="Web-{81313099-D412-8C14-3276-CFC45DCDEBC0}" dt="2026-06-19T16:14:24.150" v="1131" actId="20577"/>
          <ac:spMkLst>
            <pc:docMk/>
            <pc:sldMk cId="3681735509" sldId="337"/>
            <ac:spMk id="110" creationId="{7C1348B0-533A-5DD1-A88F-DA819DE3B50E}"/>
          </ac:spMkLst>
        </pc:spChg>
        <pc:spChg chg="mod">
          <ac:chgData name="Mohaiminul Islam" userId="S::mohaiminul.islam@northsouth.edu::b8c578dd-123e-4080-8513-c25e2f552200" providerId="AD" clId="Web-{81313099-D412-8C14-3276-CFC45DCDEBC0}" dt="2026-06-19T16:53:27.439" v="1382" actId="20577"/>
          <ac:spMkLst>
            <pc:docMk/>
            <pc:sldMk cId="3681735509" sldId="337"/>
            <ac:spMk id="111" creationId="{C1FD13AF-C7FB-58B1-F138-002AE8C0973B}"/>
          </ac:spMkLst>
        </pc:spChg>
      </pc:sldChg>
      <pc:sldChg chg="modSp add replId">
        <pc:chgData name="Mohaiminul Islam" userId="S::mohaiminul.islam@northsouth.edu::b8c578dd-123e-4080-8513-c25e2f552200" providerId="AD" clId="Web-{81313099-D412-8C14-3276-CFC45DCDEBC0}" dt="2026-06-20T01:13:52.793" v="1626" actId="20577"/>
        <pc:sldMkLst>
          <pc:docMk/>
          <pc:sldMk cId="4110710246" sldId="338"/>
        </pc:sldMkLst>
        <pc:spChg chg="mod">
          <ac:chgData name="Mohaiminul Islam" userId="S::mohaiminul.islam@northsouth.edu::b8c578dd-123e-4080-8513-c25e2f552200" providerId="AD" clId="Web-{81313099-D412-8C14-3276-CFC45DCDEBC0}" dt="2026-06-20T00:25:04.317" v="1418" actId="20577"/>
          <ac:spMkLst>
            <pc:docMk/>
            <pc:sldMk cId="4110710246" sldId="338"/>
            <ac:spMk id="110" creationId="{4A649FB9-2A67-B242-9381-9B418527585D}"/>
          </ac:spMkLst>
        </pc:spChg>
        <pc:spChg chg="mod">
          <ac:chgData name="Mohaiminul Islam" userId="S::mohaiminul.islam@northsouth.edu::b8c578dd-123e-4080-8513-c25e2f552200" providerId="AD" clId="Web-{81313099-D412-8C14-3276-CFC45DCDEBC0}" dt="2026-06-20T01:13:52.793" v="1626" actId="20577"/>
          <ac:spMkLst>
            <pc:docMk/>
            <pc:sldMk cId="4110710246" sldId="338"/>
            <ac:spMk id="111" creationId="{B6313DC5-1EE7-E22E-5167-364E8437FC7F}"/>
          </ac:spMkLst>
        </pc:spChg>
      </pc:sldChg>
      <pc:sldChg chg="modSp add ord replId">
        <pc:chgData name="Mohaiminul Islam" userId="S::mohaiminul.islam@northsouth.edu::b8c578dd-123e-4080-8513-c25e2f552200" providerId="AD" clId="Web-{81313099-D412-8C14-3276-CFC45DCDEBC0}" dt="2026-06-20T01:21:36.617" v="1860" actId="20577"/>
        <pc:sldMkLst>
          <pc:docMk/>
          <pc:sldMk cId="961585463" sldId="339"/>
        </pc:sldMkLst>
        <pc:spChg chg="mod">
          <ac:chgData name="Mohaiminul Islam" userId="S::mohaiminul.islam@northsouth.edu::b8c578dd-123e-4080-8513-c25e2f552200" providerId="AD" clId="Web-{81313099-D412-8C14-3276-CFC45DCDEBC0}" dt="2026-06-20T01:19:29.190" v="1712" actId="20577"/>
          <ac:spMkLst>
            <pc:docMk/>
            <pc:sldMk cId="961585463" sldId="339"/>
            <ac:spMk id="110" creationId="{5633F41C-C674-150B-5F70-99C37E6729C1}"/>
          </ac:spMkLst>
        </pc:spChg>
        <pc:spChg chg="mod">
          <ac:chgData name="Mohaiminul Islam" userId="S::mohaiminul.islam@northsouth.edu::b8c578dd-123e-4080-8513-c25e2f552200" providerId="AD" clId="Web-{81313099-D412-8C14-3276-CFC45DCDEBC0}" dt="2026-06-20T01:21:36.617" v="1860" actId="20577"/>
          <ac:spMkLst>
            <pc:docMk/>
            <pc:sldMk cId="961585463" sldId="339"/>
            <ac:spMk id="111" creationId="{D0B444C9-00B8-BD4D-2250-3639CF38690F}"/>
          </ac:spMkLst>
        </pc:spChg>
      </pc:sldChg>
    </pc:docChg>
  </pc:docChgLst>
  <pc:docChgLst>
    <pc:chgData name="Mohaiminul Islam" userId="S::mohaiminul.islam@northsouth.edu::b8c578dd-123e-4080-8513-c25e2f552200" providerId="AD" clId="Web-{458C28FA-8B40-7927-E3B9-6660C12BD64B}"/>
    <pc:docChg chg="modSld">
      <pc:chgData name="Mohaiminul Islam" userId="S::mohaiminul.islam@northsouth.edu::b8c578dd-123e-4080-8513-c25e2f552200" providerId="AD" clId="Web-{458C28FA-8B40-7927-E3B9-6660C12BD64B}" dt="2026-06-17T08:38:12.695" v="3" actId="20577"/>
      <pc:docMkLst>
        <pc:docMk/>
      </pc:docMkLst>
      <pc:sldChg chg="modSp">
        <pc:chgData name="Mohaiminul Islam" userId="S::mohaiminul.islam@northsouth.edu::b8c578dd-123e-4080-8513-c25e2f552200" providerId="AD" clId="Web-{458C28FA-8B40-7927-E3B9-6660C12BD64B}" dt="2026-06-17T08:38:12.695" v="3" actId="20577"/>
        <pc:sldMkLst>
          <pc:docMk/>
          <pc:sldMk cId="0" sldId="258"/>
        </pc:sldMkLst>
        <pc:spChg chg="mod">
          <ac:chgData name="Mohaiminul Islam" userId="S::mohaiminul.islam@northsouth.edu::b8c578dd-123e-4080-8513-c25e2f552200" providerId="AD" clId="Web-{458C28FA-8B40-7927-E3B9-6660C12BD64B}" dt="2026-06-17T08:38:12.695" v="3" actId="20577"/>
          <ac:spMkLst>
            <pc:docMk/>
            <pc:sldMk cId="0" sldId="258"/>
            <ac:spMk id="1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90" name="Google Shape;9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92" name="Google Shape;92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6/12/2026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" name="Google Shape;10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AEDE4E3C-A3C3-FA11-A5C4-B09A8C1C2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3:notes">
            <a:extLst>
              <a:ext uri="{FF2B5EF4-FFF2-40B4-BE49-F238E27FC236}">
                <a16:creationId xmlns:a16="http://schemas.microsoft.com/office/drawing/2014/main" id="{884C188A-6A67-966A-AEC5-6CCC83A267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" name="Google Shape;101;p33:notes">
            <a:extLst>
              <a:ext uri="{FF2B5EF4-FFF2-40B4-BE49-F238E27FC236}">
                <a16:creationId xmlns:a16="http://schemas.microsoft.com/office/drawing/2014/main" id="{79EED093-3A24-2737-1316-784744700D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917556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096DA0D9-0E5A-4816-C797-9459E9184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3:notes">
            <a:extLst>
              <a:ext uri="{FF2B5EF4-FFF2-40B4-BE49-F238E27FC236}">
                <a16:creationId xmlns:a16="http://schemas.microsoft.com/office/drawing/2014/main" id="{768F93A9-86F5-2EBA-AC61-24B1016260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" name="Google Shape;101;p33:notes">
            <a:extLst>
              <a:ext uri="{FF2B5EF4-FFF2-40B4-BE49-F238E27FC236}">
                <a16:creationId xmlns:a16="http://schemas.microsoft.com/office/drawing/2014/main" id="{635EEFCD-6FCF-0959-3992-7711CD789C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52918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B0AFCF4-988B-FB2B-7DA3-B76EC1D83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5430E5BF-6929-974D-534E-AC5C302773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CFF9D324-7934-E392-FB1B-4D16BBB262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57416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5DA4F00-75A8-A538-ECCF-F31499F6A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19841189-FF3A-13F3-9C46-6815F28E21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FC5F9F8A-6895-A4BB-20B2-E48B38E2A0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10627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FA8FCA7-8D2D-1E5F-EB59-3C85949D7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054C53DA-6A60-7446-81E4-9CEE802687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1826ED67-F7E2-DC47-799D-E2CA2231CE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640717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7F368AD5-7637-3CAE-A307-BC62BEBE5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E3903BE2-00FD-814C-40B3-ECDA313520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D06AA2DC-6D33-AB9D-7158-94DB0F272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53591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64DF299-97F2-06E7-2793-7D059FB6C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E84C17E2-3EC5-9DA4-3857-8BBD0EF4CE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7747056E-6552-BD80-E408-FC62CFE965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3310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815782" cy="833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1"/>
          <p:cNvSpPr txBox="1">
            <a:spLocks noGrp="1"/>
          </p:cNvSpPr>
          <p:nvPr>
            <p:ph type="body" idx="1"/>
          </p:nvPr>
        </p:nvSpPr>
        <p:spPr>
          <a:xfrm>
            <a:off x="609599" y="1200727"/>
            <a:ext cx="11148291" cy="5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sldNum" idx="12"/>
          </p:nvPr>
        </p:nvSpPr>
        <p:spPr>
          <a:xfrm>
            <a:off x="8737600" y="6437745"/>
            <a:ext cx="2844800" cy="28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mbria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8" name="Google Shape;2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mbria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4046248" cy="1112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 txBox="1">
            <a:spLocks noGrp="1"/>
          </p:cNvSpPr>
          <p:nvPr>
            <p:ph type="title"/>
          </p:nvPr>
        </p:nvSpPr>
        <p:spPr>
          <a:xfrm>
            <a:off x="1981200" y="146293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mbria"/>
              <a:buNone/>
            </a:pPr>
            <a:r>
              <a:rPr lang="en-US" sz="4000"/>
              <a:t>CSE115</a:t>
            </a:r>
            <a:br>
              <a:rPr lang="en-US" sz="4000"/>
            </a:br>
            <a:r>
              <a:rPr lang="en-US" sz="4000"/>
              <a:t>Programming Language I</a:t>
            </a:r>
            <a:endParaRPr/>
          </a:p>
        </p:txBody>
      </p:sp>
      <p:sp>
        <p:nvSpPr>
          <p:cNvPr id="96" name="Google Shape;96;p1"/>
          <p:cNvSpPr txBox="1">
            <a:spLocks noGrp="1"/>
          </p:cNvSpPr>
          <p:nvPr>
            <p:ph type="body" idx="1"/>
          </p:nvPr>
        </p:nvSpPr>
        <p:spPr>
          <a:xfrm>
            <a:off x="1981200" y="3130898"/>
            <a:ext cx="8229600" cy="13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Md Mohaiminul Islam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/>
              <a:t>Lecturer, Dept. of ECE</a:t>
            </a:r>
            <a:endParaRPr/>
          </a:p>
        </p:txBody>
      </p:sp>
      <p:sp>
        <p:nvSpPr>
          <p:cNvPr id="97" name="Google Shape;97;p1"/>
          <p:cNvSpPr txBox="1">
            <a:spLocks noGrp="1"/>
          </p:cNvSpPr>
          <p:nvPr>
            <p:ph type="sldNum" idx="12"/>
          </p:nvPr>
        </p:nvSpPr>
        <p:spPr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98" name="Google Shape;98;p1"/>
          <p:cNvSpPr txBox="1">
            <a:spLocks noGrp="1"/>
          </p:cNvSpPr>
          <p:nvPr>
            <p:ph type="body" idx="4294967295"/>
          </p:nvPr>
        </p:nvSpPr>
        <p:spPr>
          <a:xfrm>
            <a:off x="2094271" y="4945062"/>
            <a:ext cx="8229600" cy="1300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1400" dirty="0"/>
              <a:t>Lecture 05</a:t>
            </a:r>
            <a:endParaRPr dirty="0"/>
          </a:p>
          <a:p>
            <a:pPr marL="0" indent="0" algn="ctr">
              <a:spcBef>
                <a:spcPts val="640"/>
              </a:spcBef>
              <a:buSzPts val="3200"/>
              <a:buNone/>
            </a:pPr>
            <a:r>
              <a:rPr lang="en-US" sz="1400" dirty="0"/>
              <a:t>Version 1: Last updated 04 Oct ‘26</a:t>
            </a:r>
            <a:endParaRPr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>
                <a:solidFill>
                  <a:schemeClr val="accent2"/>
                </a:solidFill>
                <a:latin typeface="Arial"/>
                <a:cs typeface="Arial"/>
                <a:sym typeface="Arial"/>
              </a:rPr>
              <a:t>Recap</a:t>
            </a:r>
            <a:endParaRPr lang="en-US"/>
          </a:p>
        </p:txBody>
      </p:sp>
      <p:sp>
        <p:nvSpPr>
          <p:cNvPr id="111" name="Google Shape;111;p3"/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0964450" cy="433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spcBef>
                <a:spcPts val="0"/>
              </a:spcBef>
              <a:buSzPts val="2800"/>
            </a:pPr>
            <a:r>
              <a:rPr lang="en-US" dirty="0"/>
              <a:t>We talked about data types and arithmetic operators</a:t>
            </a:r>
          </a:p>
          <a:p>
            <a:pPr marL="228600" indent="-228600">
              <a:buSzPts val="2800"/>
            </a:pPr>
            <a:r>
              <a:rPr lang="en-US" dirty="0"/>
              <a:t>Arithmetic operations, even though we can intuitively expect what they should do, sometimes behave differently based on the data type of its left operand and right operand</a:t>
            </a:r>
            <a:endParaRPr lang="en-US" dirty="0">
              <a:solidFill>
                <a:srgbClr val="000000"/>
              </a:solidFill>
            </a:endParaRPr>
          </a:p>
          <a:p>
            <a:pPr marL="228600" indent="-228600">
              <a:buSzPts val="2800"/>
            </a:pPr>
            <a:r>
              <a:rPr lang="en-US" sz="2600" dirty="0"/>
              <a:t>We will see today that there is a precedence/priority between arithmetic operators</a:t>
            </a:r>
          </a:p>
          <a:p>
            <a:pPr marL="228600" indent="-228600">
              <a:buSzPts val="2800"/>
            </a:pPr>
            <a:r>
              <a:rPr lang="en-US" sz="2600" dirty="0"/>
              <a:t>We will also talk about </a:t>
            </a:r>
            <a:r>
              <a:rPr lang="en-US" sz="2600" dirty="0" err="1"/>
              <a:t>scanf</a:t>
            </a:r>
            <a:r>
              <a:rPr lang="en-US" sz="2600" dirty="0"/>
              <a:t> in short</a:t>
            </a:r>
          </a:p>
          <a:p>
            <a:pPr marL="228600" indent="-228600">
              <a:buSzPts val="2800"/>
            </a:pPr>
            <a:r>
              <a:rPr lang="en-US" sz="2600" dirty="0"/>
              <a:t>Then we move </a:t>
            </a:r>
            <a:r>
              <a:rPr lang="en-US" sz="2600"/>
              <a:t>onto comparisons in C.</a:t>
            </a:r>
            <a:endParaRPr lang="en-US" dirty="0"/>
          </a:p>
          <a:p>
            <a:pPr marL="0" indent="0">
              <a:spcBef>
                <a:spcPts val="0"/>
              </a:spcBef>
              <a:buClr>
                <a:srgbClr val="4EA72E"/>
              </a:buClr>
              <a:buSzPts val="3200"/>
              <a:buNone/>
            </a:pPr>
            <a:endParaRPr lang="en-US" dirty="0"/>
          </a:p>
          <a:p>
            <a:pPr marL="228600" indent="-50800">
              <a:buSzPts val="2800"/>
              <a:buNone/>
            </a:pPr>
            <a:endParaRPr lang="en-US" dirty="0"/>
          </a:p>
          <a:p>
            <a:pPr marL="228600" indent="-50800">
              <a:buSzPts val="2800"/>
              <a:buNone/>
            </a:pPr>
            <a:endParaRPr lang="en-US" dirty="0"/>
          </a:p>
        </p:txBody>
      </p:sp>
      <p:sp>
        <p:nvSpPr>
          <p:cNvPr id="112" name="Google Shape;11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3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109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>
                <a:solidFill>
                  <a:schemeClr val="accent2"/>
                </a:solidFill>
              </a:rPr>
              <a:t>Learning Address - Revisiting Variables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04" name="Google Shape;104;p33"/>
          <p:cNvSpPr txBox="1">
            <a:spLocks noGrp="1"/>
          </p:cNvSpPr>
          <p:nvPr>
            <p:ph type="body" idx="1"/>
          </p:nvPr>
        </p:nvSpPr>
        <p:spPr>
          <a:xfrm>
            <a:off x="598117" y="1710802"/>
            <a:ext cx="11163950" cy="4745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We know how to declare variables as well as how to initialize them.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But it’s important to know how do they “look” inside the computer memory / RAM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Every possible memory location inside the RAM has an address.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Usually that address looks like a hexadecimal number</a:t>
            </a:r>
            <a:endParaRPr/>
          </a:p>
          <a:p>
            <a:pPr marL="228600" indent="-228600">
              <a:spcBef>
                <a:spcPts val="0"/>
              </a:spcBef>
              <a:buSzPts val="2800"/>
            </a:pPr>
            <a:r>
              <a:rPr lang="en-US" dirty="0"/>
              <a:t>And every variable we have learnt to declare always occupies a space inside the memory at some random memory </a:t>
            </a:r>
            <a:r>
              <a:rPr lang="en-US"/>
              <a:t>address.</a:t>
            </a:r>
            <a:endParaRPr lang="en-US" dirty="0"/>
          </a:p>
          <a:p>
            <a:pPr marL="228600" indent="-228600">
              <a:spcBef>
                <a:spcPts val="0"/>
              </a:spcBef>
              <a:buSzPts val="2800"/>
            </a:pPr>
            <a:r>
              <a:rPr lang="en-US"/>
              <a:t>The memory address can be found using the &amp; operator before any variable. Look at the following code.</a:t>
            </a:r>
            <a:endParaRPr lang="en-US" dirty="0"/>
          </a:p>
          <a:p>
            <a:pPr marL="228600" indent="-228600">
              <a:spcBef>
                <a:spcPts val="0"/>
              </a:spcBef>
              <a:buSzPts val="2800"/>
            </a:pPr>
            <a:r>
              <a:rPr lang="en-US" dirty="0"/>
              <a:t>%p is the format </a:t>
            </a:r>
            <a:r>
              <a:rPr lang="en-US" dirty="0" err="1"/>
              <a:t>specifi</a:t>
            </a:r>
            <a:r>
              <a:rPr lang="en-US"/>
              <a:t>er for memory address.</a:t>
            </a:r>
            <a:endParaRPr lang="en-US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endParaRPr/>
          </a:p>
          <a:p>
            <a:pPr marL="228600" indent="-50800">
              <a:buClr>
                <a:srgbClr val="000000"/>
              </a:buClr>
              <a:buSzPts val="2800"/>
              <a:buNone/>
            </a:pPr>
            <a:endParaRPr lang="en-US"/>
          </a:p>
          <a:p>
            <a:pPr marL="228600" indent="-50800">
              <a:buClr>
                <a:srgbClr val="000000"/>
              </a:buClr>
              <a:buSzPts val="2800"/>
              <a:buNone/>
            </a:pPr>
            <a:endParaRPr lang="en-US"/>
          </a:p>
        </p:txBody>
      </p:sp>
      <p:sp>
        <p:nvSpPr>
          <p:cNvPr id="105" name="Google Shape;105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3" name="Google Shape;161;p40">
            <a:extLst>
              <a:ext uri="{FF2B5EF4-FFF2-40B4-BE49-F238E27FC236}">
                <a16:creationId xmlns:a16="http://schemas.microsoft.com/office/drawing/2014/main" id="{BBCF3DB6-0E6D-1E1E-BD45-18D07936A67E}"/>
              </a:ext>
            </a:extLst>
          </p:cNvPr>
          <p:cNvSpPr txBox="1"/>
          <p:nvPr/>
        </p:nvSpPr>
        <p:spPr>
          <a:xfrm>
            <a:off x="8370399" y="5078031"/>
            <a:ext cx="3232356" cy="1643446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stdio.h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main(){</a:t>
            </a:r>
            <a:endParaRPr/>
          </a:p>
          <a:p>
            <a:pPr>
              <a:lnSpc>
                <a:spcPct val="90000"/>
              </a:lnSpc>
              <a:buSzPts val="1800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 int x = 3;</a:t>
            </a:r>
            <a:endParaRPr lang="en-US" sz="18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lnSpc>
                <a:spcPct val="90000"/>
              </a:lnSpc>
              <a:buSzPts val="1800"/>
            </a:pPr>
            <a:r>
              <a:rPr lang="en-US" sz="1800" dirty="0">
                <a:solidFill>
                  <a:schemeClr val="dk1"/>
                </a:solidFill>
                <a:latin typeface="Courier New"/>
                <a:ea typeface="Courier New"/>
                <a:cs typeface="Courier New"/>
              </a:rPr>
              <a:t> </a:t>
            </a:r>
            <a:r>
              <a:rPr lang="en-US" sz="18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</a:rPr>
              <a:t>printf</a:t>
            </a:r>
            <a:r>
              <a:rPr lang="en-US" sz="1800" dirty="0">
                <a:solidFill>
                  <a:schemeClr val="dk1"/>
                </a:solidFill>
                <a:latin typeface="Courier New"/>
                <a:ea typeface="Courier New"/>
                <a:cs typeface="Courier New"/>
              </a:rPr>
              <a:t>("%p", &amp;x);</a:t>
            </a:r>
          </a:p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004FA29E-4C12-936C-1031-FAFE59703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3">
            <a:extLst>
              <a:ext uri="{FF2B5EF4-FFF2-40B4-BE49-F238E27FC236}">
                <a16:creationId xmlns:a16="http://schemas.microsoft.com/office/drawing/2014/main" id="{F7ABE92A-7DD1-02C9-65CD-2133F068A2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109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>
                <a:solidFill>
                  <a:schemeClr val="accent2"/>
                </a:solidFill>
              </a:rPr>
              <a:t>Learning Address - Revisiting Variables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04" name="Google Shape;104;p33">
            <a:extLst>
              <a:ext uri="{FF2B5EF4-FFF2-40B4-BE49-F238E27FC236}">
                <a16:creationId xmlns:a16="http://schemas.microsoft.com/office/drawing/2014/main" id="{8DC14D6C-6E18-B3E4-AE9E-68D805E8DA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3647" y="1710802"/>
            <a:ext cx="8138361" cy="502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The memory address can be found using the &amp; operator before any variable. Look at the following code.</a:t>
            </a:r>
            <a:endParaRPr lang="en-US" dirty="0"/>
          </a:p>
          <a:p>
            <a:pPr marL="228600" indent="-228600">
              <a:spcBef>
                <a:spcPts val="0"/>
              </a:spcBef>
              <a:buSzPts val="2800"/>
            </a:pPr>
            <a:r>
              <a:rPr lang="en-US" dirty="0"/>
              <a:t>%p is the format </a:t>
            </a:r>
            <a:r>
              <a:rPr lang="en-US" err="1"/>
              <a:t>specifi</a:t>
            </a:r>
            <a:r>
              <a:rPr lang="en-US"/>
              <a:t>er for memory address.</a:t>
            </a:r>
            <a:endParaRPr lang="en-US" dirty="0"/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/>
              <a:t>Running the code gives us an output like this.</a:t>
            </a:r>
            <a:endParaRPr lang="en-US" dirty="0"/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Every time you run the same code, you'll most probably see a different output. This is because this memory address is allocated at random </a:t>
            </a:r>
            <a:r>
              <a:rPr lang="en-US"/>
              <a:t>every time</a:t>
            </a:r>
            <a:r>
              <a:rPr lang="en-US" dirty="0"/>
              <a:t> you run your code.</a:t>
            </a: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Also, notice that this &amp; operator has nothing to do </a:t>
            </a:r>
            <a:r>
              <a:rPr lang="en-US"/>
              <a:t>with the &amp;&amp; logical operator we learnt before.</a:t>
            </a:r>
            <a:endParaRPr lang="en-US" dirty="0"/>
          </a:p>
          <a:p>
            <a:pPr marL="0" indent="0">
              <a:spcBef>
                <a:spcPts val="0"/>
              </a:spcBef>
              <a:buClr>
                <a:srgbClr val="000000"/>
              </a:buClr>
              <a:buSzPts val="2800"/>
              <a:buNone/>
            </a:pPr>
            <a:endParaRPr lang="en-US"/>
          </a:p>
          <a:p>
            <a:pPr marL="228600" indent="-50800">
              <a:spcBef>
                <a:spcPts val="0"/>
              </a:spcBef>
              <a:buClr>
                <a:srgbClr val="000000"/>
              </a:buClr>
              <a:buSzPts val="2800"/>
              <a:buNone/>
            </a:pPr>
            <a:endParaRPr lang="en-US"/>
          </a:p>
          <a:p>
            <a:pPr marL="228600" indent="-50800">
              <a:buClr>
                <a:srgbClr val="000000"/>
              </a:buClr>
              <a:buSzPts val="2800"/>
              <a:buNone/>
            </a:pPr>
            <a:endParaRPr lang="en-US"/>
          </a:p>
          <a:p>
            <a:pPr marL="228600" indent="-50800">
              <a:buClr>
                <a:srgbClr val="000000"/>
              </a:buClr>
              <a:buSzPts val="2800"/>
              <a:buNone/>
            </a:pPr>
            <a:endParaRPr lang="en-US"/>
          </a:p>
        </p:txBody>
      </p:sp>
      <p:sp>
        <p:nvSpPr>
          <p:cNvPr id="105" name="Google Shape;105;p33">
            <a:extLst>
              <a:ext uri="{FF2B5EF4-FFF2-40B4-BE49-F238E27FC236}">
                <a16:creationId xmlns:a16="http://schemas.microsoft.com/office/drawing/2014/main" id="{CF01D17C-0041-9467-F769-B34B86F8BB1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0760B8-37BF-E8A1-243C-AE684083F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6689" y="1461247"/>
            <a:ext cx="3766857" cy="312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618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D6A95898-E95D-F4BD-2A73-7749184A3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3">
            <a:extLst>
              <a:ext uri="{FF2B5EF4-FFF2-40B4-BE49-F238E27FC236}">
                <a16:creationId xmlns:a16="http://schemas.microsoft.com/office/drawing/2014/main" id="{81D5409B-F43A-2396-8C8A-34E747FE56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109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 err="1">
                <a:solidFill>
                  <a:schemeClr val="accent2"/>
                </a:solidFill>
              </a:rPr>
              <a:t>printf</a:t>
            </a:r>
            <a:r>
              <a:rPr lang="en-US" dirty="0">
                <a:solidFill>
                  <a:schemeClr val="accent2"/>
                </a:solidFill>
              </a:rPr>
              <a:t> and </a:t>
            </a:r>
            <a:r>
              <a:rPr lang="en-US" dirty="0" err="1">
                <a:solidFill>
                  <a:schemeClr val="accent2"/>
                </a:solidFill>
              </a:rPr>
              <a:t>scanf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04" name="Google Shape;104;p33">
            <a:extLst>
              <a:ext uri="{FF2B5EF4-FFF2-40B4-BE49-F238E27FC236}">
                <a16:creationId xmlns:a16="http://schemas.microsoft.com/office/drawing/2014/main" id="{C19FE21B-5D07-EC46-B5C0-9748ECFD79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8117" y="1710802"/>
            <a:ext cx="8048714" cy="4812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The function </a:t>
            </a:r>
            <a:r>
              <a:rPr lang="en-US" dirty="0" err="1">
                <a:solidFill>
                  <a:srgbClr val="FF0000"/>
                </a:solidFill>
              </a:rPr>
              <a:t>scanf</a:t>
            </a:r>
            <a:r>
              <a:rPr lang="en-US" dirty="0">
                <a:solidFill>
                  <a:srgbClr val="FF0000"/>
                </a:solidFill>
              </a:rPr>
              <a:t> always wants an address </a:t>
            </a:r>
            <a:r>
              <a:rPr lang="en-US" dirty="0"/>
              <a:t>where to put our inputted variables.</a:t>
            </a: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The function </a:t>
            </a:r>
            <a:r>
              <a:rPr lang="en-US" dirty="0" err="1"/>
              <a:t>printf</a:t>
            </a:r>
            <a:r>
              <a:rPr lang="en-US" dirty="0"/>
              <a:t> always prints </a:t>
            </a:r>
            <a:r>
              <a:rPr lang="en-US" dirty="0">
                <a:solidFill>
                  <a:srgbClr val="FF0000"/>
                </a:solidFill>
              </a:rPr>
              <a:t>what we ask it to print</a:t>
            </a:r>
            <a:r>
              <a:rPr lang="en-US" dirty="0"/>
              <a:t> exactly </a:t>
            </a:r>
            <a:r>
              <a:rPr lang="en-US" dirty="0">
                <a:solidFill>
                  <a:srgbClr val="FF0000"/>
                </a:solidFill>
              </a:rPr>
              <a:t>in the format we ask</a:t>
            </a:r>
            <a:r>
              <a:rPr lang="en-US" dirty="0"/>
              <a:t>.</a:t>
            </a: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The following code first declares an integer x, and allocates 32 bits somewhere in the memory</a:t>
            </a: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Then we input an integer </a:t>
            </a:r>
            <a:r>
              <a:rPr lang="en-US" i="1" dirty="0"/>
              <a:t>using </a:t>
            </a:r>
            <a:r>
              <a:rPr lang="en-US" i="1" dirty="0" err="1"/>
              <a:t>scanf</a:t>
            </a:r>
            <a:r>
              <a:rPr lang="en-US" dirty="0"/>
              <a:t> in the </a:t>
            </a:r>
            <a:r>
              <a:rPr lang="en-US" i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address of variable x</a:t>
            </a:r>
            <a:r>
              <a:rPr lang="en-US" dirty="0">
                <a:solidFill>
                  <a:schemeClr val="tx1"/>
                </a:solidFill>
              </a:rPr>
              <a:t> (here 12 was inputted)</a:t>
            </a: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Then, we print that address (not the variable itself) using %p as specifier and &amp;x to get the address</a:t>
            </a: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Lastly, we print the integer as usual using %d specifier and variable x.</a:t>
            </a: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endParaRPr lang="en-US" dirty="0"/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endParaRPr lang="en-US" dirty="0"/>
          </a:p>
          <a:p>
            <a:pPr marL="228600" indent="-50800">
              <a:buClr>
                <a:srgbClr val="000000"/>
              </a:buClr>
              <a:buSzPts val="2800"/>
              <a:buNone/>
            </a:pPr>
            <a:endParaRPr lang="en-US" dirty="0"/>
          </a:p>
          <a:p>
            <a:pPr marL="228600" indent="-50800">
              <a:buClr>
                <a:srgbClr val="000000"/>
              </a:buClr>
              <a:buSzPts val="2800"/>
              <a:buNone/>
            </a:pPr>
            <a:endParaRPr lang="en-US" dirty="0"/>
          </a:p>
        </p:txBody>
      </p:sp>
      <p:sp>
        <p:nvSpPr>
          <p:cNvPr id="105" name="Google Shape;105;p33">
            <a:extLst>
              <a:ext uri="{FF2B5EF4-FFF2-40B4-BE49-F238E27FC236}">
                <a16:creationId xmlns:a16="http://schemas.microsoft.com/office/drawing/2014/main" id="{3EA3CA09-B5B8-2C3E-E0D5-1A1446CB9E1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6F5278-0DAD-F91D-4881-7824D0E6F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943" y="1477182"/>
            <a:ext cx="3514725" cy="3619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E6C64A4-CEE0-483C-B249-1DE1E3B032B4}"/>
              </a:ext>
            </a:extLst>
          </p:cNvPr>
          <p:cNvSpPr txBox="1"/>
          <p:nvPr/>
        </p:nvSpPr>
        <p:spPr>
          <a:xfrm>
            <a:off x="8966160" y="5583714"/>
            <a:ext cx="181459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 dirty="0"/>
              <a:t>0x7ff..9294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99E126-C7C1-454C-8EC1-B481705C6ABD}"/>
              </a:ext>
            </a:extLst>
          </p:cNvPr>
          <p:cNvSpPr txBox="1"/>
          <p:nvPr/>
        </p:nvSpPr>
        <p:spPr>
          <a:xfrm>
            <a:off x="8389342" y="5953167"/>
            <a:ext cx="58046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/>
              <a:t>x 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EFD7EF-A7FA-4B11-803E-B0F0E67A3EBD}"/>
              </a:ext>
            </a:extLst>
          </p:cNvPr>
          <p:cNvSpPr txBox="1"/>
          <p:nvPr/>
        </p:nvSpPr>
        <p:spPr>
          <a:xfrm>
            <a:off x="8966130" y="5897201"/>
            <a:ext cx="1814625" cy="461665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/>
              <a:t>12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41089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CB34B87-C0E2-7432-937B-4B4502CE8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320E283E-A6D0-F95A-F6F1-069BB44352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 err="1">
                <a:solidFill>
                  <a:schemeClr val="accent2"/>
                </a:solidFill>
                <a:latin typeface="Arial"/>
                <a:cs typeface="Arial"/>
              </a:rPr>
              <a:t>Truthness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 and Comparison</a:t>
            </a: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8372DB33-F207-80A5-2E81-4AF51779C9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0964450" cy="433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Relational operators, also known as comparison operators, result in a </a:t>
            </a:r>
            <a:r>
              <a:rPr lang="en-US" dirty="0" err="1"/>
              <a:t>truthness</a:t>
            </a:r>
            <a:endParaRPr lang="en-US" dirty="0"/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There are 6 relational operators</a:t>
            </a:r>
          </a:p>
          <a:p>
            <a:pPr marL="685800" lvl="1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&gt; ----- greater than</a:t>
            </a:r>
          </a:p>
          <a:p>
            <a:pPr marL="685800" lvl="1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&gt;= ----- greater than or equal</a:t>
            </a:r>
          </a:p>
          <a:p>
            <a:pPr marL="685800" lvl="1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&lt; ----- lesser than / less than</a:t>
            </a:r>
          </a:p>
          <a:p>
            <a:pPr marL="685800" lvl="1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&lt;= ----- less than or equal</a:t>
            </a:r>
          </a:p>
          <a:p>
            <a:pPr marL="685800" lvl="1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== equal to</a:t>
            </a:r>
          </a:p>
          <a:p>
            <a:pPr marL="685800" lvl="1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!= not equals to</a:t>
            </a: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endParaRPr lang="en-US" dirty="0"/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endParaRPr lang="en-US" dirty="0"/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endParaRPr lang="en-US" dirty="0"/>
          </a:p>
          <a:p>
            <a:pPr marL="228600" indent="-228600">
              <a:buClr>
                <a:srgbClr val="000000"/>
              </a:buClr>
              <a:buSzPts val="2800"/>
            </a:pPr>
            <a:endParaRPr lang="en-US" sz="2600" dirty="0"/>
          </a:p>
          <a:p>
            <a:pPr marL="0" indent="0">
              <a:buClr>
                <a:srgbClr val="000000"/>
              </a:buClr>
              <a:buSzPts val="2800"/>
              <a:buNone/>
            </a:pPr>
            <a:endParaRPr lang="en-US" dirty="0"/>
          </a:p>
          <a:p>
            <a:pPr marL="0" indent="0">
              <a:spcBef>
                <a:spcPts val="0"/>
              </a:spcBef>
              <a:buClr>
                <a:srgbClr val="4EA72E"/>
              </a:buClr>
              <a:buSzPts val="3200"/>
              <a:buNone/>
            </a:pPr>
            <a:endParaRPr lang="en-US" dirty="0"/>
          </a:p>
          <a:p>
            <a:pPr marL="228600" indent="-50800">
              <a:buSzPts val="2800"/>
              <a:buNone/>
            </a:pPr>
            <a:endParaRPr lang="en-US" dirty="0"/>
          </a:p>
          <a:p>
            <a:pPr marL="228600" indent="-50800">
              <a:buSzPts val="2800"/>
              <a:buNone/>
            </a:pPr>
            <a:endParaRPr lang="en-US" dirty="0"/>
          </a:p>
        </p:txBody>
      </p:sp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B12B17F9-153B-841E-BAC4-CB77EB3C6A3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29905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BD144C7-16DF-AC1B-8C17-546233E1B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1510A59B-5E99-9090-5B2B-BA4E957200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solidFill>
                  <a:schemeClr val="accent2"/>
                </a:solidFill>
                <a:latin typeface="Arial"/>
                <a:cs typeface="Arial"/>
                <a:sym typeface="Arial"/>
              </a:rPr>
              <a:t>Facing the </a:t>
            </a:r>
            <a:r>
              <a:rPr lang="en-US">
                <a:solidFill>
                  <a:schemeClr val="accent2"/>
                </a:solidFill>
                <a:latin typeface="Arial"/>
                <a:cs typeface="Arial"/>
                <a:sym typeface="Arial"/>
              </a:rPr>
              <a:t>truth</a:t>
            </a:r>
            <a:endParaRPr lang="en-US">
              <a:solidFill>
                <a:schemeClr val="accent2"/>
              </a:solidFill>
              <a:latin typeface="Arial"/>
              <a:cs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AC516C28-3464-8632-444E-98468D1B8E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1225707" cy="4526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buClr>
                <a:srgbClr val="000000"/>
              </a:buClr>
              <a:buSzPts val="2800"/>
            </a:pPr>
            <a:r>
              <a:rPr lang="en-US" dirty="0">
                <a:solidFill>
                  <a:schemeClr val="tx1"/>
                </a:solidFill>
              </a:rPr>
              <a:t>Let's try to see how truth looks like</a:t>
            </a:r>
          </a:p>
          <a:p>
            <a:pPr marL="228600" indent="-228600">
              <a:buClr>
                <a:srgbClr val="000000"/>
              </a:buClr>
              <a:buSzPts val="2800"/>
            </a:pPr>
            <a:r>
              <a:rPr lang="en-US" dirty="0">
                <a:solidFill>
                  <a:schemeClr val="tx1"/>
                </a:solidFill>
              </a:rPr>
              <a:t>int x = 5 &gt; 3;</a:t>
            </a:r>
          </a:p>
          <a:p>
            <a:pPr marL="228600" indent="-228600">
              <a:buClr>
                <a:srgbClr val="000000"/>
              </a:buClr>
              <a:buSzPts val="2800"/>
            </a:pPr>
            <a:r>
              <a:rPr lang="en-US" dirty="0">
                <a:solidFill>
                  <a:schemeClr val="tx1"/>
                </a:solidFill>
              </a:rPr>
              <a:t>According to the previous slide, 5 &gt; 3 has a </a:t>
            </a:r>
            <a:r>
              <a:rPr lang="en-US" dirty="0" err="1">
                <a:solidFill>
                  <a:schemeClr val="tx1"/>
                </a:solidFill>
              </a:rPr>
              <a:t>truthness</a:t>
            </a:r>
            <a:r>
              <a:rPr lang="en-US" dirty="0">
                <a:solidFill>
                  <a:schemeClr val="tx1"/>
                </a:solidFill>
              </a:rPr>
              <a:t>, and the value of the </a:t>
            </a:r>
            <a:r>
              <a:rPr lang="en-US" dirty="0" err="1">
                <a:solidFill>
                  <a:schemeClr val="tx1"/>
                </a:solidFill>
              </a:rPr>
              <a:t>truthness</a:t>
            </a:r>
            <a:r>
              <a:rPr lang="en-US" dirty="0">
                <a:solidFill>
                  <a:schemeClr val="tx1"/>
                </a:solidFill>
              </a:rPr>
              <a:t> is that it's </a:t>
            </a:r>
            <a:r>
              <a:rPr lang="en-US" dirty="0">
                <a:solidFill>
                  <a:schemeClr val="accent5"/>
                </a:solidFill>
              </a:rPr>
              <a:t>true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228600" indent="-228600">
              <a:buClr>
                <a:srgbClr val="000000"/>
              </a:buClr>
              <a:buSzPts val="2800"/>
            </a:pPr>
            <a:r>
              <a:rPr lang="en-US" dirty="0">
                <a:solidFill>
                  <a:schemeClr val="tx1"/>
                </a:solidFill>
              </a:rPr>
              <a:t>What if we print it? </a:t>
            </a:r>
            <a:r>
              <a:rPr lang="en-US" dirty="0" err="1">
                <a:solidFill>
                  <a:schemeClr val="tx1"/>
                </a:solidFill>
              </a:rPr>
              <a:t>printf</a:t>
            </a:r>
            <a:r>
              <a:rPr lang="en-US" dirty="0">
                <a:solidFill>
                  <a:schemeClr val="tx1"/>
                </a:solidFill>
              </a:rPr>
              <a:t>("%d", x);</a:t>
            </a:r>
          </a:p>
          <a:p>
            <a:pPr marL="228600" indent="-228600">
              <a:buClr>
                <a:srgbClr val="000000"/>
              </a:buClr>
              <a:buSzPts val="2800"/>
            </a:pPr>
            <a:r>
              <a:rPr lang="en-US" dirty="0">
                <a:solidFill>
                  <a:schemeClr val="tx1"/>
                </a:solidFill>
              </a:rPr>
              <a:t>We will see that true is 1 and false is 0 in C language.</a:t>
            </a:r>
          </a:p>
          <a:p>
            <a:pPr marL="228600" indent="-228600">
              <a:buClr>
                <a:srgbClr val="000000"/>
              </a:buClr>
              <a:buSzPts val="2800"/>
            </a:pPr>
            <a:endParaRPr lang="en-US" sz="2600" dirty="0"/>
          </a:p>
          <a:p>
            <a:pPr marL="0" indent="0">
              <a:buClr>
                <a:srgbClr val="000000"/>
              </a:buClr>
              <a:buSzPts val="2800"/>
              <a:buNone/>
            </a:pPr>
            <a:endParaRPr lang="en-US" dirty="0"/>
          </a:p>
          <a:p>
            <a:pPr marL="0" indent="0">
              <a:spcBef>
                <a:spcPts val="0"/>
              </a:spcBef>
              <a:buClr>
                <a:srgbClr val="4EA72E"/>
              </a:buClr>
              <a:buSzPts val="3200"/>
              <a:buNone/>
            </a:pPr>
            <a:endParaRPr lang="en-US" dirty="0"/>
          </a:p>
          <a:p>
            <a:pPr marL="228600" indent="-50800">
              <a:buSzPts val="2800"/>
              <a:buNone/>
            </a:pPr>
            <a:endParaRPr lang="en-US" dirty="0"/>
          </a:p>
          <a:p>
            <a:pPr marL="228600" indent="-50800">
              <a:buSzPts val="2800"/>
              <a:buNone/>
            </a:pPr>
            <a:endParaRPr lang="en-US" dirty="0"/>
          </a:p>
        </p:txBody>
      </p:sp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9042B2E6-F08F-8FFE-1859-4F6469F0776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7330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D7A4520E-16E0-5374-DB82-105C6024C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E1F63B53-12B5-0B1E-F59E-7FC89F8E13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>
                <a:solidFill>
                  <a:schemeClr val="accent2"/>
                </a:solidFill>
                <a:latin typeface="Arial"/>
                <a:cs typeface="Arial"/>
              </a:rPr>
              <a:t>What if...?</a:t>
            </a: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1C3B614F-BE0E-0890-93E5-50EF653E05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1225707" cy="4526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spcBef>
                <a:spcPts val="0"/>
              </a:spcBef>
              <a:buSzPts val="2800"/>
            </a:pPr>
            <a:r>
              <a:rPr lang="en-US" dirty="0"/>
              <a:t>Now that we learned about </a:t>
            </a:r>
            <a:r>
              <a:rPr lang="en-US" dirty="0" err="1"/>
              <a:t>truthness</a:t>
            </a:r>
            <a:r>
              <a:rPr lang="en-US" dirty="0"/>
              <a:t>, it's time to use them.</a:t>
            </a:r>
            <a:endParaRPr lang="en-US" dirty="0">
              <a:solidFill>
                <a:schemeClr val="tx1"/>
              </a:solidFill>
            </a:endParaRP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So far we have found some </a:t>
            </a:r>
            <a:r>
              <a:rPr lang="en-US" dirty="0" err="1"/>
              <a:t>truthness</a:t>
            </a:r>
            <a:r>
              <a:rPr lang="en-US" dirty="0"/>
              <a:t> by comparing some stuff, but wouldn't it be better if we could do something based on it?</a:t>
            </a: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This is </a:t>
            </a:r>
            <a:r>
              <a:rPr lang="en-US" dirty="0" err="1"/>
              <a:t>wher</a:t>
            </a:r>
            <a:r>
              <a:rPr lang="en-US" dirty="0"/>
              <a:t> the keyword </a:t>
            </a:r>
            <a:r>
              <a:rPr lang="en-US" dirty="0">
                <a:solidFill>
                  <a:schemeClr val="accent5"/>
                </a:solidFill>
              </a:rPr>
              <a:t>if</a:t>
            </a:r>
            <a:r>
              <a:rPr lang="en-US" dirty="0"/>
              <a:t> comes into play.</a:t>
            </a: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If you put a </a:t>
            </a:r>
            <a:r>
              <a:rPr lang="en-US" dirty="0" err="1"/>
              <a:t>truthness</a:t>
            </a:r>
            <a:r>
              <a:rPr lang="en-US" dirty="0"/>
              <a:t> value inside the parentheses followed by if i.e. if(</a:t>
            </a:r>
            <a:r>
              <a:rPr lang="en-US" dirty="0" err="1"/>
              <a:t>some_truthness</a:t>
            </a:r>
            <a:r>
              <a:rPr lang="en-US" dirty="0"/>
              <a:t>), then the next statement will only execute if that </a:t>
            </a:r>
            <a:r>
              <a:rPr lang="en-US" dirty="0" err="1"/>
              <a:t>truthness</a:t>
            </a:r>
            <a:r>
              <a:rPr lang="en-US" dirty="0"/>
              <a:t> value is </a:t>
            </a:r>
            <a:r>
              <a:rPr lang="en-US" dirty="0">
                <a:solidFill>
                  <a:schemeClr val="bg2">
                    <a:lumMod val="49000"/>
                    <a:lumOff val="51000"/>
                  </a:schemeClr>
                </a:solidFill>
              </a:rPr>
              <a:t>true</a:t>
            </a:r>
            <a:r>
              <a:rPr lang="en-US" dirty="0"/>
              <a:t>, not </a:t>
            </a:r>
            <a:r>
              <a:rPr lang="en-US" dirty="0">
                <a:solidFill>
                  <a:schemeClr val="bg2">
                    <a:lumMod val="49000"/>
                    <a:lumOff val="51000"/>
                  </a:schemeClr>
                </a:solidFill>
              </a:rPr>
              <a:t>false</a:t>
            </a:r>
            <a:r>
              <a:rPr lang="en-US" dirty="0"/>
              <a:t>.</a:t>
            </a: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/>
              <a:t>It's important to understand that if can usually control only 1 statement, the one immediately after it.</a:t>
            </a:r>
            <a:endParaRPr lang="en-US" dirty="0"/>
          </a:p>
          <a:p>
            <a:pPr marL="228600" indent="-228600">
              <a:buClr>
                <a:srgbClr val="000000"/>
              </a:buClr>
              <a:buSzPts val="2800"/>
            </a:pPr>
            <a:endParaRPr lang="en-US" sz="2600" dirty="0"/>
          </a:p>
          <a:p>
            <a:pPr marL="0" indent="0">
              <a:buClr>
                <a:srgbClr val="000000"/>
              </a:buClr>
              <a:buSzPts val="2800"/>
              <a:buNone/>
            </a:pPr>
            <a:endParaRPr lang="en-US"/>
          </a:p>
          <a:p>
            <a:pPr marL="0" indent="0">
              <a:spcBef>
                <a:spcPts val="0"/>
              </a:spcBef>
              <a:buClr>
                <a:srgbClr val="4EA72E"/>
              </a:buClr>
              <a:buSzPts val="3200"/>
              <a:buNone/>
            </a:pPr>
            <a:endParaRPr lang="en-US"/>
          </a:p>
          <a:p>
            <a:pPr marL="228600" indent="-50800">
              <a:buSzPts val="2800"/>
              <a:buNone/>
            </a:pPr>
            <a:endParaRPr lang="en-US"/>
          </a:p>
          <a:p>
            <a:pPr marL="228600" indent="-50800">
              <a:buSzPts val="2800"/>
              <a:buNone/>
            </a:pPr>
            <a:endParaRPr lang="en-US"/>
          </a:p>
        </p:txBody>
      </p:sp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CFE5D1CB-337E-C06C-8EA5-32D1CB01D12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3130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B725C78-38F5-590F-0078-E60B0037C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83530AA0-E890-119F-2454-A06E3D98E5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solidFill>
                  <a:schemeClr val="accent2"/>
                </a:solidFill>
                <a:latin typeface="Arial"/>
                <a:cs typeface="Arial"/>
                <a:sym typeface="Arial"/>
              </a:rPr>
              <a:t>or </a:t>
            </a:r>
            <a:r>
              <a:rPr lang="en-US">
                <a:solidFill>
                  <a:schemeClr val="accent2"/>
                </a:solidFill>
                <a:latin typeface="Arial"/>
                <a:cs typeface="Arial"/>
                <a:sym typeface="Arial"/>
              </a:rPr>
              <a:t>else?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  <a:sym typeface="Arial"/>
              </a:rPr>
              <a:t> </a:t>
            </a:r>
            <a:endParaRPr lang="en-US" dirty="0">
              <a:solidFill>
                <a:schemeClr val="accent2"/>
              </a:solidFill>
              <a:latin typeface="Arial"/>
              <a:cs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5F93A6C1-8082-E48B-4A61-41F91004CF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1225707" cy="4526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indent="-228600">
              <a:buClr>
                <a:srgbClr val="000000"/>
              </a:buClr>
              <a:buSzPts val="2800"/>
            </a:pPr>
            <a:r>
              <a:rPr lang="en-US" dirty="0">
                <a:solidFill>
                  <a:schemeClr val="tx1"/>
                </a:solidFill>
              </a:rPr>
              <a:t>In human terms, we often assume the alternative when talking about if.</a:t>
            </a:r>
          </a:p>
          <a:p>
            <a:pPr marL="228600" indent="-228600">
              <a:buClr>
                <a:srgbClr val="000000"/>
              </a:buClr>
              <a:buSzPts val="2800"/>
            </a:pPr>
            <a:r>
              <a:rPr lang="en-US">
                <a:solidFill>
                  <a:schemeClr val="tx1"/>
                </a:solidFill>
              </a:rPr>
              <a:t>For example, consider statement A: if it rains, I will be sad.</a:t>
            </a:r>
            <a:endParaRPr lang="en-US" dirty="0">
              <a:solidFill>
                <a:schemeClr val="tx1"/>
              </a:solidFill>
            </a:endParaRPr>
          </a:p>
          <a:p>
            <a:pPr marL="228600" indent="-228600">
              <a:buClr>
                <a:srgbClr val="000000"/>
              </a:buClr>
              <a:buSzPts val="2800"/>
            </a:pPr>
            <a:r>
              <a:rPr lang="en-US" dirty="0">
                <a:solidFill>
                  <a:schemeClr val="tx1"/>
                </a:solidFill>
              </a:rPr>
              <a:t>Now, if it doesn't rain i.e. whatever the condition I have described in statement A becomes false, what will my feelings be?</a:t>
            </a:r>
          </a:p>
          <a:p>
            <a:pPr marL="228600" indent="-228600">
              <a:buClr>
                <a:srgbClr val="000000"/>
              </a:buClr>
              <a:buSzPts val="2800"/>
            </a:pPr>
            <a:r>
              <a:rPr lang="en-US" dirty="0">
                <a:solidFill>
                  <a:schemeClr val="tx1"/>
                </a:solidFill>
              </a:rPr>
              <a:t>In human terms, I will be happy. But when talking to a computer, you have to explicitly announce/declare that.</a:t>
            </a:r>
          </a:p>
          <a:p>
            <a:pPr marL="228600" indent="-228600">
              <a:buClr>
                <a:srgbClr val="000000"/>
              </a:buClr>
              <a:buSzPts val="2800"/>
            </a:pPr>
            <a:r>
              <a:rPr lang="en-US">
                <a:solidFill>
                  <a:schemeClr val="tx1"/>
                </a:solidFill>
              </a:rPr>
              <a:t>This is where the term </a:t>
            </a:r>
            <a:r>
              <a:rPr lang="en-US">
                <a:solidFill>
                  <a:schemeClr val="accent5"/>
                </a:solidFill>
              </a:rPr>
              <a:t>else</a:t>
            </a:r>
            <a:r>
              <a:rPr lang="en-US">
                <a:solidFill>
                  <a:schemeClr val="tx1"/>
                </a:solidFill>
              </a:rPr>
              <a:t> comes in.</a:t>
            </a:r>
          </a:p>
          <a:p>
            <a:pPr marL="228600" indent="-228600">
              <a:buClr>
                <a:srgbClr val="000000"/>
              </a:buClr>
              <a:buSzPts val="2800"/>
            </a:pPr>
            <a:r>
              <a:rPr lang="en-US" dirty="0">
                <a:solidFill>
                  <a:schemeClr val="accent5"/>
                </a:solidFill>
              </a:rPr>
              <a:t>else </a:t>
            </a:r>
            <a:r>
              <a:rPr lang="en-US" dirty="0">
                <a:solidFill>
                  <a:schemeClr val="tx1"/>
                </a:solidFill>
              </a:rPr>
              <a:t>cannot act alone, it always comes after </a:t>
            </a:r>
            <a:r>
              <a:rPr lang="en-US" dirty="0">
                <a:solidFill>
                  <a:schemeClr val="accent5"/>
                </a:solidFill>
              </a:rPr>
              <a:t>if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0" indent="0">
              <a:buClr>
                <a:srgbClr val="000000"/>
              </a:buClr>
              <a:buSzPts val="2800"/>
              <a:buNone/>
            </a:pPr>
            <a:r>
              <a:rPr lang="en-US" sz="2000" dirty="0">
                <a:solidFill>
                  <a:schemeClr val="accent5"/>
                </a:solidFill>
              </a:rPr>
              <a:t>if</a:t>
            </a:r>
            <a:r>
              <a:rPr lang="en-US" sz="2000" dirty="0">
                <a:solidFill>
                  <a:schemeClr val="tx1"/>
                </a:solidFill>
              </a:rPr>
              <a:t>(raining) </a:t>
            </a:r>
            <a:r>
              <a:rPr lang="en-US" sz="2000" dirty="0" err="1">
                <a:solidFill>
                  <a:schemeClr val="tx1"/>
                </a:solidFill>
              </a:rPr>
              <a:t>printf</a:t>
            </a:r>
            <a:r>
              <a:rPr lang="en-US" sz="2000" dirty="0">
                <a:solidFill>
                  <a:schemeClr val="tx1"/>
                </a:solidFill>
              </a:rPr>
              <a:t>("Sad");</a:t>
            </a:r>
          </a:p>
          <a:p>
            <a:pPr marL="0" indent="0">
              <a:buClr>
                <a:srgbClr val="000000"/>
              </a:buClr>
              <a:buSzPts val="2800"/>
              <a:buNone/>
            </a:pPr>
            <a:r>
              <a:rPr lang="en-US" sz="2000" dirty="0">
                <a:solidFill>
                  <a:schemeClr val="accent5"/>
                </a:solidFill>
              </a:rPr>
              <a:t>else </a:t>
            </a:r>
            <a:r>
              <a:rPr lang="en-US" sz="2000" dirty="0" err="1">
                <a:solidFill>
                  <a:schemeClr val="tx1"/>
                </a:solidFill>
              </a:rPr>
              <a:t>printf</a:t>
            </a:r>
            <a:r>
              <a:rPr lang="en-US" sz="2000" dirty="0">
                <a:solidFill>
                  <a:schemeClr val="tx1"/>
                </a:solidFill>
              </a:rPr>
              <a:t>("Happy");</a:t>
            </a:r>
          </a:p>
          <a:p>
            <a:pPr marL="685800" lvl="1">
              <a:buClr>
                <a:srgbClr val="000000"/>
              </a:buClr>
              <a:buSzPts val="2800"/>
            </a:pPr>
            <a:endParaRPr lang="en-US" dirty="0"/>
          </a:p>
          <a:p>
            <a:pPr marL="228600" indent="-228600">
              <a:buClr>
                <a:srgbClr val="000000"/>
              </a:buClr>
              <a:buSzPts val="2800"/>
            </a:pPr>
            <a:endParaRPr lang="en-US" sz="2600" dirty="0"/>
          </a:p>
          <a:p>
            <a:pPr marL="0" indent="0">
              <a:buClr>
                <a:srgbClr val="000000"/>
              </a:buClr>
              <a:buSzPts val="2800"/>
              <a:buNone/>
            </a:pPr>
            <a:endParaRPr lang="en-US"/>
          </a:p>
          <a:p>
            <a:pPr marL="0" indent="0">
              <a:spcBef>
                <a:spcPts val="0"/>
              </a:spcBef>
              <a:buClr>
                <a:srgbClr val="4EA72E"/>
              </a:buClr>
              <a:buSzPts val="3200"/>
              <a:buNone/>
            </a:pPr>
            <a:endParaRPr lang="en-US"/>
          </a:p>
          <a:p>
            <a:pPr marL="228600" indent="-50800">
              <a:buSzPts val="2800"/>
              <a:buNone/>
            </a:pPr>
            <a:endParaRPr lang="en-US"/>
          </a:p>
          <a:p>
            <a:pPr marL="228600" indent="-50800">
              <a:buSzPts val="2800"/>
              <a:buNone/>
            </a:pPr>
            <a:endParaRPr lang="en-US"/>
          </a:p>
        </p:txBody>
      </p:sp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E5A9CC81-B536-A233-3648-496C45F3A0F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8771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9C2D23E6-DBEF-F2D1-FF01-9403BB6A3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7C1348B0-533A-5DD1-A88F-DA819DE3B5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solidFill>
                  <a:schemeClr val="accent2"/>
                </a:solidFill>
                <a:latin typeface="Arial"/>
                <a:cs typeface="Arial"/>
                <a:sym typeface="Arial"/>
              </a:rPr>
              <a:t>Combining </a:t>
            </a:r>
            <a:r>
              <a:rPr lang="en-US" dirty="0" err="1">
                <a:solidFill>
                  <a:schemeClr val="accent2"/>
                </a:solidFill>
                <a:latin typeface="Arial"/>
                <a:cs typeface="Arial"/>
                <a:sym typeface="Arial"/>
              </a:rPr>
              <a:t>relop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  <a:sym typeface="Arial"/>
              </a:rPr>
              <a:t> and if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C1FD13AF-C7FB-58B1-F138-002AE8C097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1225707" cy="4526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buClr>
                <a:srgbClr val="000000"/>
              </a:buClr>
              <a:buSzPts val="2800"/>
            </a:pPr>
            <a:r>
              <a:rPr lang="en-US" dirty="0">
                <a:solidFill>
                  <a:schemeClr val="tx1"/>
                </a:solidFill>
              </a:rPr>
              <a:t>Now that we have used </a:t>
            </a:r>
            <a:r>
              <a:rPr lang="en-US" dirty="0" err="1">
                <a:solidFill>
                  <a:schemeClr val="tx1"/>
                </a:solidFill>
              </a:rPr>
              <a:t>truthness</a:t>
            </a:r>
            <a:r>
              <a:rPr lang="en-US" dirty="0">
                <a:solidFill>
                  <a:schemeClr val="tx1"/>
                </a:solidFill>
              </a:rPr>
              <a:t> independently and also learnt how relational operators help us forming truths, we can write more meaningful programs.</a:t>
            </a:r>
          </a:p>
          <a:p>
            <a:pPr marL="228600" indent="-228600">
              <a:buClr>
                <a:srgbClr val="000000"/>
              </a:buClr>
              <a:buSzPts val="2800"/>
            </a:pPr>
            <a:r>
              <a:rPr lang="en-US" dirty="0">
                <a:solidFill>
                  <a:schemeClr val="tx1"/>
                </a:solidFill>
              </a:rPr>
              <a:t>Let's simply make a grade system that </a:t>
            </a:r>
            <a:r>
              <a:rPr lang="en-US">
                <a:solidFill>
                  <a:schemeClr val="tx1"/>
                </a:solidFill>
              </a:rPr>
              <a:t>determines whether a student has passed.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SzPts val="2800"/>
              <a:buNone/>
            </a:pPr>
            <a:r>
              <a:rPr lang="en-US" sz="2000" dirty="0">
                <a:solidFill>
                  <a:schemeClr val="tx1"/>
                </a:solidFill>
              </a:rPr>
              <a:t>if(score &gt;= 60) </a:t>
            </a:r>
            <a:r>
              <a:rPr lang="en-US" sz="2000" dirty="0" err="1">
                <a:solidFill>
                  <a:schemeClr val="tx1"/>
                </a:solidFill>
              </a:rPr>
              <a:t>printf</a:t>
            </a:r>
            <a:r>
              <a:rPr lang="en-US" sz="2000" dirty="0">
                <a:solidFill>
                  <a:schemeClr val="tx1"/>
                </a:solidFill>
              </a:rPr>
              <a:t>("Pass");</a:t>
            </a:r>
          </a:p>
          <a:p>
            <a:pPr marL="0" indent="0">
              <a:buSzPts val="2800"/>
              <a:buNone/>
            </a:pPr>
            <a:r>
              <a:rPr lang="en-US" sz="2000" dirty="0">
                <a:solidFill>
                  <a:schemeClr val="tx1"/>
                </a:solidFill>
              </a:rPr>
              <a:t>else </a:t>
            </a:r>
            <a:r>
              <a:rPr lang="en-US" sz="2000" dirty="0" err="1">
                <a:solidFill>
                  <a:schemeClr val="tx1"/>
                </a:solidFill>
              </a:rPr>
              <a:t>printf</a:t>
            </a:r>
            <a:r>
              <a:rPr lang="en-US" sz="2000" dirty="0">
                <a:solidFill>
                  <a:schemeClr val="tx1"/>
                </a:solidFill>
              </a:rPr>
              <a:t>("Try Again");</a:t>
            </a:r>
          </a:p>
          <a:p>
            <a:pPr marL="0" indent="0">
              <a:buClr>
                <a:srgbClr val="000000"/>
              </a:buClr>
              <a:buSzPts val="2800"/>
              <a:buNone/>
            </a:pPr>
            <a:endParaRPr lang="en-US"/>
          </a:p>
          <a:p>
            <a:pPr marL="0" indent="0">
              <a:spcBef>
                <a:spcPts val="0"/>
              </a:spcBef>
              <a:buClr>
                <a:srgbClr val="4EA72E"/>
              </a:buClr>
              <a:buSzPts val="3200"/>
              <a:buNone/>
            </a:pPr>
            <a:endParaRPr lang="en-US"/>
          </a:p>
          <a:p>
            <a:pPr marL="228600" indent="-50800">
              <a:buSzPts val="2800"/>
              <a:buNone/>
            </a:pPr>
            <a:endParaRPr lang="en-US"/>
          </a:p>
          <a:p>
            <a:pPr marL="228600" indent="-50800">
              <a:buSzPts val="2800"/>
              <a:buNone/>
            </a:pPr>
            <a:endParaRPr lang="en-US"/>
          </a:p>
        </p:txBody>
      </p:sp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BECFDEAB-B7A0-9F4F-D7C8-8466D37340E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1735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859</Words>
  <Application>Microsoft Office PowerPoint</Application>
  <PresentationFormat>Widescreen</PresentationFormat>
  <Paragraphs>113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Cambria</vt:lpstr>
      <vt:lpstr>Courier New</vt:lpstr>
      <vt:lpstr>Office Theme</vt:lpstr>
      <vt:lpstr>CSE115 Programming Language I</vt:lpstr>
      <vt:lpstr>Recap</vt:lpstr>
      <vt:lpstr>Learning Address - Revisiting Variables</vt:lpstr>
      <vt:lpstr>Learning Address - Revisiting Variables</vt:lpstr>
      <vt:lpstr>printf and scanf</vt:lpstr>
      <vt:lpstr>Truthness and Comparison</vt:lpstr>
      <vt:lpstr>Facing the truth</vt:lpstr>
      <vt:lpstr>What if...?</vt:lpstr>
      <vt:lpstr>or else? </vt:lpstr>
      <vt:lpstr>Combining relop and if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CSE115 Programming Language I</dc:title>
  <dc:creator>Mohaiminul Islam</dc:creator>
  <cp:lastModifiedBy>603.01.IP192</cp:lastModifiedBy>
  <cp:revision>1258</cp:revision>
  <dcterms:created xsi:type="dcterms:W3CDTF">2026-06-03T23:57:42Z</dcterms:created>
  <dcterms:modified xsi:type="dcterms:W3CDTF">2026-10-04T05:18:06Z</dcterms:modified>
</cp:coreProperties>
</file>