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338" r:id="rId4"/>
    <p:sldId id="339" r:id="rId5"/>
    <p:sldId id="340" r:id="rId6"/>
    <p:sldId id="341" r:id="rId7"/>
    <p:sldId id="259" r:id="rId8"/>
    <p:sldId id="261" r:id="rId9"/>
    <p:sldId id="269" r:id="rId10"/>
    <p:sldId id="262" r:id="rId11"/>
    <p:sldId id="263" r:id="rId12"/>
    <p:sldId id="264" r:id="rId13"/>
    <p:sldId id="265" r:id="rId14"/>
    <p:sldId id="266" r:id="rId15"/>
    <p:sldId id="342" r:id="rId16"/>
    <p:sldId id="267" r:id="rId17"/>
    <p:sldId id="268" r:id="rId18"/>
    <p:sldId id="270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5" roundtripDataSignature="AMtx7mgzRR7+2CI9s5OSZtfk0dAkjcIw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16FD44-AA25-059D-0964-A26BFD4A37F1}" v="2" dt="2026-07-01T18:08:52.545"/>
  </p1510:revLst>
</p1510:revInfo>
</file>

<file path=ppt/tableStyles.xml><?xml version="1.0" encoding="utf-8"?>
<a:tblStyleLst xmlns:a="http://schemas.openxmlformats.org/drawingml/2006/main" def="{197647FD-0D6F-481F-B61F-CDA2E27D22BF}">
  <a:tblStyle styleId="{197647FD-0D6F-481F-B61F-CDA2E27D22BF}" styleName="Table_0">
    <a:wholeTbl>
      <a:tcTxStyle b="off" i="off">
        <a:font>
          <a:latin typeface="Cambria"/>
          <a:ea typeface="Cambria"/>
          <a:cs typeface="Cambri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AE7"/>
          </a:solidFill>
        </a:fill>
      </a:tcStyle>
    </a:wholeTbl>
    <a:band1H>
      <a:tcTxStyle/>
      <a:tcStyle>
        <a:tcBdr/>
        <a:fill>
          <a:solidFill>
            <a:srgbClr val="CBD3C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D3C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mbria"/>
          <a:ea typeface="Cambria"/>
          <a:cs typeface="Cambria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mbria"/>
          <a:ea typeface="Cambria"/>
          <a:cs typeface="Cambria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mbria"/>
          <a:ea typeface="Cambria"/>
          <a:cs typeface="Cambri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mbria"/>
          <a:ea typeface="Cambria"/>
          <a:cs typeface="Cambri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iminul Islam" userId="S::mohaiminul.islam@northsouth.edu::b8c578dd-123e-4080-8513-c25e2f552200" providerId="AD" clId="Web-{0E16FD44-AA25-059D-0964-A26BFD4A37F1}"/>
    <pc:docChg chg="modSld">
      <pc:chgData name="Mohaiminul Islam" userId="S::mohaiminul.islam@northsouth.edu::b8c578dd-123e-4080-8513-c25e2f552200" providerId="AD" clId="Web-{0E16FD44-AA25-059D-0964-A26BFD4A37F1}" dt="2026-07-01T18:08:52.545" v="1" actId="20577"/>
      <pc:docMkLst>
        <pc:docMk/>
      </pc:docMkLst>
      <pc:sldChg chg="modSp">
        <pc:chgData name="Mohaiminul Islam" userId="S::mohaiminul.islam@northsouth.edu::b8c578dd-123e-4080-8513-c25e2f552200" providerId="AD" clId="Web-{0E16FD44-AA25-059D-0964-A26BFD4A37F1}" dt="2026-07-01T18:08:52.545" v="1" actId="20577"/>
        <pc:sldMkLst>
          <pc:docMk/>
          <pc:sldMk cId="0" sldId="256"/>
        </pc:sldMkLst>
        <pc:spChg chg="mod">
          <ac:chgData name="Mohaiminul Islam" userId="S::mohaiminul.islam@northsouth.edu::b8c578dd-123e-4080-8513-c25e2f552200" providerId="AD" clId="Web-{0E16FD44-AA25-059D-0964-A26BFD4A37F1}" dt="2026-07-01T18:08:52.545" v="1" actId="20577"/>
          <ac:spMkLst>
            <pc:docMk/>
            <pc:sldMk cId="0" sldId="256"/>
            <ac:spMk id="98" creationId="{00000000-0000-0000-0000-000000000000}"/>
          </ac:spMkLst>
        </pc:spChg>
      </pc:sldChg>
    </pc:docChg>
  </pc:docChgLst>
  <pc:docChgLst>
    <pc:chgData name="Mohaiminul Islam" userId="S::mohaiminul.islam@northsouth.edu::b8c578dd-123e-4080-8513-c25e2f552200" providerId="AD" clId="Web-{34720AEE-3912-2681-3331-94C207AA903A}"/>
    <pc:docChg chg="modSld">
      <pc:chgData name="Mohaiminul Islam" userId="S::mohaiminul.islam@northsouth.edu::b8c578dd-123e-4080-8513-c25e2f552200" providerId="AD" clId="Web-{34720AEE-3912-2681-3331-94C207AA903A}" dt="2026-06-29T14:10:38.937" v="197" actId="20577"/>
      <pc:docMkLst>
        <pc:docMk/>
      </pc:docMkLst>
      <pc:sldChg chg="modSp">
        <pc:chgData name="Mohaiminul Islam" userId="S::mohaiminul.islam@northsouth.edu::b8c578dd-123e-4080-8513-c25e2f552200" providerId="AD" clId="Web-{34720AEE-3912-2681-3331-94C207AA903A}" dt="2026-06-29T14:04:16.277" v="36" actId="20577"/>
        <pc:sldMkLst>
          <pc:docMk/>
          <pc:sldMk cId="1677330919" sldId="334"/>
        </pc:sldMkLst>
        <pc:spChg chg="mod">
          <ac:chgData name="Mohaiminul Islam" userId="S::mohaiminul.islam@northsouth.edu::b8c578dd-123e-4080-8513-c25e2f552200" providerId="AD" clId="Web-{34720AEE-3912-2681-3331-94C207AA903A}" dt="2026-06-29T14:04:16.277" v="36" actId="20577"/>
          <ac:spMkLst>
            <pc:docMk/>
            <pc:sldMk cId="1677330919" sldId="334"/>
            <ac:spMk id="111" creationId="{AC516C28-3464-8632-444E-98468D1B8E54}"/>
          </ac:spMkLst>
        </pc:spChg>
      </pc:sldChg>
      <pc:sldChg chg="modSp">
        <pc:chgData name="Mohaiminul Islam" userId="S::mohaiminul.islam@northsouth.edu::b8c578dd-123e-4080-8513-c25e2f552200" providerId="AD" clId="Web-{34720AEE-3912-2681-3331-94C207AA903A}" dt="2026-06-29T14:05:09.590" v="45" actId="20577"/>
        <pc:sldMkLst>
          <pc:docMk/>
          <pc:sldMk cId="103130495" sldId="335"/>
        </pc:sldMkLst>
        <pc:spChg chg="mod">
          <ac:chgData name="Mohaiminul Islam" userId="S::mohaiminul.islam@northsouth.edu::b8c578dd-123e-4080-8513-c25e2f552200" providerId="AD" clId="Web-{34720AEE-3912-2681-3331-94C207AA903A}" dt="2026-06-29T14:05:09.590" v="45" actId="20577"/>
          <ac:spMkLst>
            <pc:docMk/>
            <pc:sldMk cId="103130495" sldId="335"/>
            <ac:spMk id="111" creationId="{1C3B614F-BE0E-0890-93E5-50EF653E05C6}"/>
          </ac:spMkLst>
        </pc:spChg>
      </pc:sldChg>
      <pc:sldChg chg="modSp">
        <pc:chgData name="Mohaiminul Islam" userId="S::mohaiminul.islam@northsouth.edu::b8c578dd-123e-4080-8513-c25e2f552200" providerId="AD" clId="Web-{34720AEE-3912-2681-3331-94C207AA903A}" dt="2026-06-29T14:06:18.153" v="53" actId="20577"/>
        <pc:sldMkLst>
          <pc:docMk/>
          <pc:sldMk cId="528771744" sldId="336"/>
        </pc:sldMkLst>
        <pc:spChg chg="mod">
          <ac:chgData name="Mohaiminul Islam" userId="S::mohaiminul.islam@northsouth.edu::b8c578dd-123e-4080-8513-c25e2f552200" providerId="AD" clId="Web-{34720AEE-3912-2681-3331-94C207AA903A}" dt="2026-06-29T14:06:18.153" v="53" actId="20577"/>
          <ac:spMkLst>
            <pc:docMk/>
            <pc:sldMk cId="528771744" sldId="336"/>
            <ac:spMk id="111" creationId="{5F93A6C1-8082-E48B-4A61-41F91004CF6C}"/>
          </ac:spMkLst>
        </pc:spChg>
      </pc:sldChg>
      <pc:sldChg chg="modSp">
        <pc:chgData name="Mohaiminul Islam" userId="S::mohaiminul.islam@northsouth.edu::b8c578dd-123e-4080-8513-c25e2f552200" providerId="AD" clId="Web-{34720AEE-3912-2681-3331-94C207AA903A}" dt="2026-06-29T14:08:08.951" v="129" actId="20577"/>
        <pc:sldMkLst>
          <pc:docMk/>
          <pc:sldMk cId="3681735509" sldId="337"/>
        </pc:sldMkLst>
        <pc:spChg chg="mod">
          <ac:chgData name="Mohaiminul Islam" userId="S::mohaiminul.islam@northsouth.edu::b8c578dd-123e-4080-8513-c25e2f552200" providerId="AD" clId="Web-{34720AEE-3912-2681-3331-94C207AA903A}" dt="2026-06-29T14:08:08.951" v="129" actId="20577"/>
          <ac:spMkLst>
            <pc:docMk/>
            <pc:sldMk cId="3681735509" sldId="337"/>
            <ac:spMk id="111" creationId="{C1FD13AF-C7FB-58B1-F138-002AE8C0973B}"/>
          </ac:spMkLst>
        </pc:spChg>
      </pc:sldChg>
      <pc:sldChg chg="modSp">
        <pc:chgData name="Mohaiminul Islam" userId="S::mohaiminul.islam@northsouth.edu::b8c578dd-123e-4080-8513-c25e2f552200" providerId="AD" clId="Web-{34720AEE-3912-2681-3331-94C207AA903A}" dt="2026-06-29T14:10:38.937" v="197" actId="20577"/>
        <pc:sldMkLst>
          <pc:docMk/>
          <pc:sldMk cId="4110710246" sldId="338"/>
        </pc:sldMkLst>
        <pc:spChg chg="mod">
          <ac:chgData name="Mohaiminul Islam" userId="S::mohaiminul.islam@northsouth.edu::b8c578dd-123e-4080-8513-c25e2f552200" providerId="AD" clId="Web-{34720AEE-3912-2681-3331-94C207AA903A}" dt="2026-06-29T14:10:38.937" v="197" actId="20577"/>
          <ac:spMkLst>
            <pc:docMk/>
            <pc:sldMk cId="4110710246" sldId="338"/>
            <ac:spMk id="111" creationId="{B6313DC5-1EE7-E22E-5167-364E8437FC7F}"/>
          </ac:spMkLst>
        </pc:spChg>
      </pc:sldChg>
    </pc:docChg>
  </pc:docChgLst>
  <pc:docChgLst>
    <pc:chgData name="Mohaiminul Islam" userId="S::mohaiminul.islam@northsouth.edu::b8c578dd-123e-4080-8513-c25e2f552200" providerId="AD" clId="Web-{6BFF3EE4-C93C-3D1D-C419-963077D70597}"/>
    <pc:docChg chg="modSld">
      <pc:chgData name="Mohaiminul Islam" userId="S::mohaiminul.islam@northsouth.edu::b8c578dd-123e-4080-8513-c25e2f552200" providerId="AD" clId="Web-{6BFF3EE4-C93C-3D1D-C419-963077D70597}" dt="2026-06-24T13:35:40.876" v="3" actId="20577"/>
      <pc:docMkLst>
        <pc:docMk/>
      </pc:docMkLst>
      <pc:sldChg chg="modSp">
        <pc:chgData name="Mohaiminul Islam" userId="S::mohaiminul.islam@northsouth.edu::b8c578dd-123e-4080-8513-c25e2f552200" providerId="AD" clId="Web-{6BFF3EE4-C93C-3D1D-C419-963077D70597}" dt="2026-06-24T13:35:40.876" v="3" actId="20577"/>
        <pc:sldMkLst>
          <pc:docMk/>
          <pc:sldMk cId="0" sldId="256"/>
        </pc:sldMkLst>
        <pc:spChg chg="mod">
          <ac:chgData name="Mohaiminul Islam" userId="S::mohaiminul.islam@northsouth.edu::b8c578dd-123e-4080-8513-c25e2f552200" providerId="AD" clId="Web-{6BFF3EE4-C93C-3D1D-C419-963077D70597}" dt="2026-06-24T13:35:40.876" v="3" actId="20577"/>
          <ac:spMkLst>
            <pc:docMk/>
            <pc:sldMk cId="0" sldId="256"/>
            <ac:spMk id="98" creationId="{00000000-0000-0000-0000-000000000000}"/>
          </ac:spMkLst>
        </pc:spChg>
      </pc:sldChg>
    </pc:docChg>
  </pc:docChgLst>
  <pc:docChgLst>
    <pc:chgData name="Mohaiminul Islam" userId="S::mohaiminul.islam@northsouth.edu::b8c578dd-123e-4080-8513-c25e2f552200" providerId="AD" clId="Web-{7F32D75E-767A-4C85-3E82-B7E2576E622E}"/>
    <pc:docChg chg="addSld delSld modSld">
      <pc:chgData name="Mohaiminul Islam" userId="S::mohaiminul.islam@northsouth.edu::b8c578dd-123e-4080-8513-c25e2f552200" providerId="AD" clId="Web-{7F32D75E-767A-4C85-3E82-B7E2576E622E}" dt="2026-06-25T04:35:29.619" v="2349" actId="20577"/>
      <pc:docMkLst>
        <pc:docMk/>
      </pc:docMkLst>
      <pc:sldChg chg="modSp">
        <pc:chgData name="Mohaiminul Islam" userId="S::mohaiminul.islam@northsouth.edu::b8c578dd-123e-4080-8513-c25e2f552200" providerId="AD" clId="Web-{7F32D75E-767A-4C85-3E82-B7E2576E622E}" dt="2026-06-25T04:32:26.258" v="2160" actId="20577"/>
        <pc:sldMkLst>
          <pc:docMk/>
          <pc:sldMk cId="0" sldId="256"/>
        </pc:sldMkLst>
        <pc:spChg chg="mod">
          <ac:chgData name="Mohaiminul Islam" userId="S::mohaiminul.islam@northsouth.edu::b8c578dd-123e-4080-8513-c25e2f552200" providerId="AD" clId="Web-{7F32D75E-767A-4C85-3E82-B7E2576E622E}" dt="2026-06-25T04:32:26.258" v="2160" actId="20577"/>
          <ac:spMkLst>
            <pc:docMk/>
            <pc:sldMk cId="0" sldId="256"/>
            <ac:spMk id="98" creationId="{00000000-0000-0000-0000-000000000000}"/>
          </ac:spMkLst>
        </pc:spChg>
      </pc:sldChg>
      <pc:sldChg chg="modSp">
        <pc:chgData name="Mohaiminul Islam" userId="S::mohaiminul.islam@northsouth.edu::b8c578dd-123e-4080-8513-c25e2f552200" providerId="AD" clId="Web-{7F32D75E-767A-4C85-3E82-B7E2576E622E}" dt="2026-06-25T00:59:41.330" v="222" actId="20577"/>
        <pc:sldMkLst>
          <pc:docMk/>
          <pc:sldMk cId="0" sldId="258"/>
        </pc:sldMkLst>
        <pc:spChg chg="mod">
          <ac:chgData name="Mohaiminul Islam" userId="S::mohaiminul.islam@northsouth.edu::b8c578dd-123e-4080-8513-c25e2f552200" providerId="AD" clId="Web-{7F32D75E-767A-4C85-3E82-B7E2576E622E}" dt="2026-06-25T00:59:41.330" v="222" actId="20577"/>
          <ac:spMkLst>
            <pc:docMk/>
            <pc:sldMk cId="0" sldId="258"/>
            <ac:spMk id="111" creationId="{00000000-0000-0000-0000-000000000000}"/>
          </ac:spMkLst>
        </pc:spChg>
      </pc:sldChg>
      <pc:sldChg chg="modSp">
        <pc:chgData name="Mohaiminul Islam" userId="S::mohaiminul.islam@northsouth.edu::b8c578dd-123e-4080-8513-c25e2f552200" providerId="AD" clId="Web-{7F32D75E-767A-4C85-3E82-B7E2576E622E}" dt="2026-06-25T01:19:10.891" v="507" actId="20577"/>
        <pc:sldMkLst>
          <pc:docMk/>
          <pc:sldMk cId="4129905145" sldId="333"/>
        </pc:sldMkLst>
        <pc:spChg chg="mod">
          <ac:chgData name="Mohaiminul Islam" userId="S::mohaiminul.islam@northsouth.edu::b8c578dd-123e-4080-8513-c25e2f552200" providerId="AD" clId="Web-{7F32D75E-767A-4C85-3E82-B7E2576E622E}" dt="2026-06-25T01:14:01.957" v="342" actId="20577"/>
          <ac:spMkLst>
            <pc:docMk/>
            <pc:sldMk cId="4129905145" sldId="333"/>
            <ac:spMk id="110" creationId="{320E283E-A6D0-F95A-F6F1-069BB443521E}"/>
          </ac:spMkLst>
        </pc:spChg>
        <pc:spChg chg="mod">
          <ac:chgData name="Mohaiminul Islam" userId="S::mohaiminul.islam@northsouth.edu::b8c578dd-123e-4080-8513-c25e2f552200" providerId="AD" clId="Web-{7F32D75E-767A-4C85-3E82-B7E2576E622E}" dt="2026-06-25T01:19:10.891" v="507" actId="20577"/>
          <ac:spMkLst>
            <pc:docMk/>
            <pc:sldMk cId="4129905145" sldId="333"/>
            <ac:spMk id="111" creationId="{8372DB33-F207-80A5-2E81-4AF51779C95D}"/>
          </ac:spMkLst>
        </pc:spChg>
      </pc:sldChg>
      <pc:sldChg chg="modSp">
        <pc:chgData name="Mohaiminul Islam" userId="S::mohaiminul.islam@northsouth.edu::b8c578dd-123e-4080-8513-c25e2f552200" providerId="AD" clId="Web-{7F32D75E-767A-4C85-3E82-B7E2576E622E}" dt="2026-06-25T01:23:11.758" v="690" actId="20577"/>
        <pc:sldMkLst>
          <pc:docMk/>
          <pc:sldMk cId="1677330919" sldId="334"/>
        </pc:sldMkLst>
        <pc:spChg chg="mod">
          <ac:chgData name="Mohaiminul Islam" userId="S::mohaiminul.islam@northsouth.edu::b8c578dd-123e-4080-8513-c25e2f552200" providerId="AD" clId="Web-{7F32D75E-767A-4C85-3E82-B7E2576E622E}" dt="2026-06-25T01:20:07.190" v="518" actId="20577"/>
          <ac:spMkLst>
            <pc:docMk/>
            <pc:sldMk cId="1677330919" sldId="334"/>
            <ac:spMk id="110" creationId="{1510A59B-5E99-9090-5B2B-BA4E9572006D}"/>
          </ac:spMkLst>
        </pc:spChg>
        <pc:spChg chg="mod">
          <ac:chgData name="Mohaiminul Islam" userId="S::mohaiminul.islam@northsouth.edu::b8c578dd-123e-4080-8513-c25e2f552200" providerId="AD" clId="Web-{7F32D75E-767A-4C85-3E82-B7E2576E622E}" dt="2026-06-25T01:23:11.758" v="690" actId="20577"/>
          <ac:spMkLst>
            <pc:docMk/>
            <pc:sldMk cId="1677330919" sldId="334"/>
            <ac:spMk id="111" creationId="{AC516C28-3464-8632-444E-98468D1B8E54}"/>
          </ac:spMkLst>
        </pc:spChg>
      </pc:sldChg>
      <pc:sldChg chg="modSp">
        <pc:chgData name="Mohaiminul Islam" userId="S::mohaiminul.islam@northsouth.edu::b8c578dd-123e-4080-8513-c25e2f552200" providerId="AD" clId="Web-{7F32D75E-767A-4C85-3E82-B7E2576E622E}" dt="2026-06-25T01:30:45.294" v="1045" actId="20577"/>
        <pc:sldMkLst>
          <pc:docMk/>
          <pc:sldMk cId="103130495" sldId="335"/>
        </pc:sldMkLst>
        <pc:spChg chg="mod">
          <ac:chgData name="Mohaiminul Islam" userId="S::mohaiminul.islam@northsouth.edu::b8c578dd-123e-4080-8513-c25e2f552200" providerId="AD" clId="Web-{7F32D75E-767A-4C85-3E82-B7E2576E622E}" dt="2026-06-25T01:23:41.509" v="717" actId="20577"/>
          <ac:spMkLst>
            <pc:docMk/>
            <pc:sldMk cId="103130495" sldId="335"/>
            <ac:spMk id="110" creationId="{E1F63B53-12B5-0B1E-F59E-7FC89F8E130C}"/>
          </ac:spMkLst>
        </pc:spChg>
        <pc:spChg chg="mod">
          <ac:chgData name="Mohaiminul Islam" userId="S::mohaiminul.islam@northsouth.edu::b8c578dd-123e-4080-8513-c25e2f552200" providerId="AD" clId="Web-{7F32D75E-767A-4C85-3E82-B7E2576E622E}" dt="2026-06-25T01:30:45.294" v="1045" actId="20577"/>
          <ac:spMkLst>
            <pc:docMk/>
            <pc:sldMk cId="103130495" sldId="335"/>
            <ac:spMk id="111" creationId="{1C3B614F-BE0E-0890-93E5-50EF653E05C6}"/>
          </ac:spMkLst>
        </pc:spChg>
      </pc:sldChg>
      <pc:sldChg chg="modSp">
        <pc:chgData name="Mohaiminul Islam" userId="S::mohaiminul.islam@northsouth.edu::b8c578dd-123e-4080-8513-c25e2f552200" providerId="AD" clId="Web-{7F32D75E-767A-4C85-3E82-B7E2576E622E}" dt="2026-06-25T01:38:55.359" v="1440" actId="20577"/>
        <pc:sldMkLst>
          <pc:docMk/>
          <pc:sldMk cId="528771744" sldId="336"/>
        </pc:sldMkLst>
        <pc:spChg chg="mod">
          <ac:chgData name="Mohaiminul Islam" userId="S::mohaiminul.islam@northsouth.edu::b8c578dd-123e-4080-8513-c25e2f552200" providerId="AD" clId="Web-{7F32D75E-767A-4C85-3E82-B7E2576E622E}" dt="2026-06-25T01:31:11.139" v="1051" actId="20577"/>
          <ac:spMkLst>
            <pc:docMk/>
            <pc:sldMk cId="528771744" sldId="336"/>
            <ac:spMk id="110" creationId="{83530AA0-E890-119F-2454-A06E3D98E547}"/>
          </ac:spMkLst>
        </pc:spChg>
        <pc:spChg chg="mod">
          <ac:chgData name="Mohaiminul Islam" userId="S::mohaiminul.islam@northsouth.edu::b8c578dd-123e-4080-8513-c25e2f552200" providerId="AD" clId="Web-{7F32D75E-767A-4C85-3E82-B7E2576E622E}" dt="2026-06-25T01:38:55.359" v="1440" actId="20577"/>
          <ac:spMkLst>
            <pc:docMk/>
            <pc:sldMk cId="528771744" sldId="336"/>
            <ac:spMk id="111" creationId="{5F93A6C1-8082-E48B-4A61-41F91004CF6C}"/>
          </ac:spMkLst>
        </pc:spChg>
      </pc:sldChg>
      <pc:sldChg chg="modSp">
        <pc:chgData name="Mohaiminul Islam" userId="S::mohaiminul.islam@northsouth.edu::b8c578dd-123e-4080-8513-c25e2f552200" providerId="AD" clId="Web-{7F32D75E-767A-4C85-3E82-B7E2576E622E}" dt="2026-06-25T01:42:03.990" v="1625" actId="20577"/>
        <pc:sldMkLst>
          <pc:docMk/>
          <pc:sldMk cId="3681735509" sldId="337"/>
        </pc:sldMkLst>
        <pc:spChg chg="mod">
          <ac:chgData name="Mohaiminul Islam" userId="S::mohaiminul.islam@northsouth.edu::b8c578dd-123e-4080-8513-c25e2f552200" providerId="AD" clId="Web-{7F32D75E-767A-4C85-3E82-B7E2576E622E}" dt="2026-06-25T01:39:42.017" v="1462" actId="20577"/>
          <ac:spMkLst>
            <pc:docMk/>
            <pc:sldMk cId="3681735509" sldId="337"/>
            <ac:spMk id="110" creationId="{7C1348B0-533A-5DD1-A88F-DA819DE3B50E}"/>
          </ac:spMkLst>
        </pc:spChg>
        <pc:spChg chg="mod">
          <ac:chgData name="Mohaiminul Islam" userId="S::mohaiminul.islam@northsouth.edu::b8c578dd-123e-4080-8513-c25e2f552200" providerId="AD" clId="Web-{7F32D75E-767A-4C85-3E82-B7E2576E622E}" dt="2026-06-25T01:42:03.990" v="1625" actId="20577"/>
          <ac:spMkLst>
            <pc:docMk/>
            <pc:sldMk cId="3681735509" sldId="337"/>
            <ac:spMk id="111" creationId="{C1FD13AF-C7FB-58B1-F138-002AE8C0973B}"/>
          </ac:spMkLst>
        </pc:spChg>
      </pc:sldChg>
      <pc:sldChg chg="modSp">
        <pc:chgData name="Mohaiminul Islam" userId="S::mohaiminul.islam@northsouth.edu::b8c578dd-123e-4080-8513-c25e2f552200" providerId="AD" clId="Web-{7F32D75E-767A-4C85-3E82-B7E2576E622E}" dt="2026-06-25T01:46:38.628" v="1825" actId="20577"/>
        <pc:sldMkLst>
          <pc:docMk/>
          <pc:sldMk cId="4110710246" sldId="338"/>
        </pc:sldMkLst>
        <pc:spChg chg="mod">
          <ac:chgData name="Mohaiminul Islam" userId="S::mohaiminul.islam@northsouth.edu::b8c578dd-123e-4080-8513-c25e2f552200" providerId="AD" clId="Web-{7F32D75E-767A-4C85-3E82-B7E2576E622E}" dt="2026-06-25T01:44:12.402" v="1735" actId="20577"/>
          <ac:spMkLst>
            <pc:docMk/>
            <pc:sldMk cId="4110710246" sldId="338"/>
            <ac:spMk id="110" creationId="{4A649FB9-2A67-B242-9381-9B418527585D}"/>
          </ac:spMkLst>
        </pc:spChg>
        <pc:spChg chg="mod">
          <ac:chgData name="Mohaiminul Islam" userId="S::mohaiminul.islam@northsouth.edu::b8c578dd-123e-4080-8513-c25e2f552200" providerId="AD" clId="Web-{7F32D75E-767A-4C85-3E82-B7E2576E622E}" dt="2026-06-25T01:46:38.628" v="1825" actId="20577"/>
          <ac:spMkLst>
            <pc:docMk/>
            <pc:sldMk cId="4110710246" sldId="338"/>
            <ac:spMk id="111" creationId="{B6313DC5-1EE7-E22E-5167-364E8437FC7F}"/>
          </ac:spMkLst>
        </pc:spChg>
      </pc:sldChg>
      <pc:sldChg chg="modSp">
        <pc:chgData name="Mohaiminul Islam" userId="S::mohaiminul.islam@northsouth.edu::b8c578dd-123e-4080-8513-c25e2f552200" providerId="AD" clId="Web-{7F32D75E-767A-4C85-3E82-B7E2576E622E}" dt="2026-06-25T04:32:16.883" v="2159" actId="20577"/>
        <pc:sldMkLst>
          <pc:docMk/>
          <pc:sldMk cId="961585463" sldId="339"/>
        </pc:sldMkLst>
        <pc:spChg chg="mod">
          <ac:chgData name="Mohaiminul Islam" userId="S::mohaiminul.islam@northsouth.edu::b8c578dd-123e-4080-8513-c25e2f552200" providerId="AD" clId="Web-{7F32D75E-767A-4C85-3E82-B7E2576E622E}" dt="2026-06-25T01:47:21.911" v="1834" actId="20577"/>
          <ac:spMkLst>
            <pc:docMk/>
            <pc:sldMk cId="961585463" sldId="339"/>
            <ac:spMk id="110" creationId="{5633F41C-C674-150B-5F70-99C37E6729C1}"/>
          </ac:spMkLst>
        </pc:spChg>
        <pc:spChg chg="mod">
          <ac:chgData name="Mohaiminul Islam" userId="S::mohaiminul.islam@northsouth.edu::b8c578dd-123e-4080-8513-c25e2f552200" providerId="AD" clId="Web-{7F32D75E-767A-4C85-3E82-B7E2576E622E}" dt="2026-06-25T04:32:16.883" v="2159" actId="20577"/>
          <ac:spMkLst>
            <pc:docMk/>
            <pc:sldMk cId="961585463" sldId="339"/>
            <ac:spMk id="111" creationId="{D0B444C9-00B8-BD4D-2250-3639CF38690F}"/>
          </ac:spMkLst>
        </pc:spChg>
      </pc:sldChg>
      <pc:sldChg chg="modSp add replId">
        <pc:chgData name="Mohaiminul Islam" userId="S::mohaiminul.islam@northsouth.edu::b8c578dd-123e-4080-8513-c25e2f552200" providerId="AD" clId="Web-{7F32D75E-767A-4C85-3E82-B7E2576E622E}" dt="2026-06-25T04:35:29.619" v="2349" actId="20577"/>
        <pc:sldMkLst>
          <pc:docMk/>
          <pc:sldMk cId="3444642975" sldId="340"/>
        </pc:sldMkLst>
        <pc:spChg chg="mod">
          <ac:chgData name="Mohaiminul Islam" userId="S::mohaiminul.islam@northsouth.edu::b8c578dd-123e-4080-8513-c25e2f552200" providerId="AD" clId="Web-{7F32D75E-767A-4C85-3E82-B7E2576E622E}" dt="2026-06-25T04:35:29.619" v="2349" actId="20577"/>
          <ac:spMkLst>
            <pc:docMk/>
            <pc:sldMk cId="3444642975" sldId="340"/>
            <ac:spMk id="110" creationId="{EF618B2A-8B24-D8B0-A64B-2C4211551FBC}"/>
          </ac:spMkLst>
        </pc:spChg>
        <pc:spChg chg="mod">
          <ac:chgData name="Mohaiminul Islam" userId="S::mohaiminul.islam@northsouth.edu::b8c578dd-123e-4080-8513-c25e2f552200" providerId="AD" clId="Web-{7F32D75E-767A-4C85-3E82-B7E2576E622E}" dt="2026-06-25T04:34:58.681" v="2345" actId="20577"/>
          <ac:spMkLst>
            <pc:docMk/>
            <pc:sldMk cId="3444642975" sldId="340"/>
            <ac:spMk id="111" creationId="{CF8A7201-33D7-E993-B5F0-21EA2D0C5A24}"/>
          </ac:spMkLst>
        </pc:spChg>
      </pc:sldChg>
    </pc:docChg>
  </pc:docChgLst>
  <pc:docChgLst>
    <pc:chgData name="Mohaiminul Islam" userId="S::mohaiminul.islam@northsouth.edu::b8c578dd-123e-4080-8513-c25e2f552200" providerId="AD" clId="Web-{D64BCBF5-0A94-0D22-D117-60E4DD4278C2}"/>
    <pc:docChg chg="addSld delSld modSld">
      <pc:chgData name="Mohaiminul Islam" userId="S::mohaiminul.islam@northsouth.edu::b8c578dd-123e-4080-8513-c25e2f552200" providerId="AD" clId="Web-{D64BCBF5-0A94-0D22-D117-60E4DD4278C2}" dt="2026-06-18T01:59:45.195" v="1270" actId="20577"/>
      <pc:docMkLst>
        <pc:docMk/>
      </pc:docMkLst>
      <pc:sldChg chg="modSp">
        <pc:chgData name="Mohaiminul Islam" userId="S::mohaiminul.islam@northsouth.edu::b8c578dd-123e-4080-8513-c25e2f552200" providerId="AD" clId="Web-{D64BCBF5-0A94-0D22-D117-60E4DD4278C2}" dt="2026-06-17T18:24:16.707" v="622" actId="20577"/>
        <pc:sldMkLst>
          <pc:docMk/>
          <pc:sldMk cId="0" sldId="256"/>
        </pc:sldMkLst>
        <pc:spChg chg="mod">
          <ac:chgData name="Mohaiminul Islam" userId="S::mohaiminul.islam@northsouth.edu::b8c578dd-123e-4080-8513-c25e2f552200" providerId="AD" clId="Web-{D64BCBF5-0A94-0D22-D117-60E4DD4278C2}" dt="2026-06-17T18:24:16.707" v="622" actId="20577"/>
          <ac:spMkLst>
            <pc:docMk/>
            <pc:sldMk cId="0" sldId="256"/>
            <ac:spMk id="98" creationId="{00000000-0000-0000-0000-000000000000}"/>
          </ac:spMkLst>
        </pc:spChg>
      </pc:sldChg>
      <pc:sldChg chg="modSp">
        <pc:chgData name="Mohaiminul Islam" userId="S::mohaiminul.islam@northsouth.edu::b8c578dd-123e-4080-8513-c25e2f552200" providerId="AD" clId="Web-{D64BCBF5-0A94-0D22-D117-60E4DD4278C2}" dt="2026-06-17T14:12:02.089" v="285" actId="20577"/>
        <pc:sldMkLst>
          <pc:docMk/>
          <pc:sldMk cId="0" sldId="258"/>
        </pc:sldMkLst>
        <pc:spChg chg="mod">
          <ac:chgData name="Mohaiminul Islam" userId="S::mohaiminul.islam@northsouth.edu::b8c578dd-123e-4080-8513-c25e2f552200" providerId="AD" clId="Web-{D64BCBF5-0A94-0D22-D117-60E4DD4278C2}" dt="2026-06-17T10:49:33.148" v="43" actId="20577"/>
          <ac:spMkLst>
            <pc:docMk/>
            <pc:sldMk cId="0" sldId="258"/>
            <ac:spMk id="110" creationId="{00000000-0000-0000-0000-000000000000}"/>
          </ac:spMkLst>
        </pc:spChg>
        <pc:spChg chg="mod">
          <ac:chgData name="Mohaiminul Islam" userId="S::mohaiminul.islam@northsouth.edu::b8c578dd-123e-4080-8513-c25e2f552200" providerId="AD" clId="Web-{D64BCBF5-0A94-0D22-D117-60E4DD4278C2}" dt="2026-06-17T14:12:02.089" v="285" actId="20577"/>
          <ac:spMkLst>
            <pc:docMk/>
            <pc:sldMk cId="0" sldId="258"/>
            <ac:spMk id="111" creationId="{00000000-0000-0000-0000-000000000000}"/>
          </ac:spMkLst>
        </pc:spChg>
      </pc:sldChg>
    </pc:docChg>
  </pc:docChgLst>
  <pc:docChgLst>
    <pc:chgData name="Mohaiminul Islam" userId="S::mohaiminul.islam@northsouth.edu::b8c578dd-123e-4080-8513-c25e2f552200" providerId="AD" clId="Web-{D863368B-0999-3DE6-33D2-692B645D602F}"/>
    <pc:docChg chg="addSld delSld modSld sldOrd">
      <pc:chgData name="Mohaiminul Islam" userId="S::mohaiminul.islam@northsouth.edu::b8c578dd-123e-4080-8513-c25e2f552200" providerId="AD" clId="Web-{D863368B-0999-3DE6-33D2-692B645D602F}" dt="2026-06-19T13:55:07.213" v="1696" actId="20577"/>
      <pc:docMkLst>
        <pc:docMk/>
      </pc:docMkLst>
      <pc:sldChg chg="modSp">
        <pc:chgData name="Mohaiminul Islam" userId="S::mohaiminul.islam@northsouth.edu::b8c578dd-123e-4080-8513-c25e2f552200" providerId="AD" clId="Web-{D863368B-0999-3DE6-33D2-692B645D602F}" dt="2026-06-19T12:08:19.278" v="917" actId="20577"/>
        <pc:sldMkLst>
          <pc:docMk/>
          <pc:sldMk cId="0" sldId="256"/>
        </pc:sldMkLst>
        <pc:spChg chg="mod">
          <ac:chgData name="Mohaiminul Islam" userId="S::mohaiminul.islam@northsouth.edu::b8c578dd-123e-4080-8513-c25e2f552200" providerId="AD" clId="Web-{D863368B-0999-3DE6-33D2-692B645D602F}" dt="2026-06-19T12:08:19.278" v="917" actId="20577"/>
          <ac:spMkLst>
            <pc:docMk/>
            <pc:sldMk cId="0" sldId="256"/>
            <ac:spMk id="98" creationId="{00000000-0000-0000-0000-000000000000}"/>
          </ac:spMkLst>
        </pc:spChg>
      </pc:sldChg>
      <pc:sldChg chg="modSp">
        <pc:chgData name="Mohaiminul Islam" userId="S::mohaiminul.islam@northsouth.edu::b8c578dd-123e-4080-8513-c25e2f552200" providerId="AD" clId="Web-{D863368B-0999-3DE6-33D2-692B645D602F}" dt="2026-06-19T12:07:53.669" v="915" actId="20577"/>
        <pc:sldMkLst>
          <pc:docMk/>
          <pc:sldMk cId="0" sldId="258"/>
        </pc:sldMkLst>
        <pc:spChg chg="mod">
          <ac:chgData name="Mohaiminul Islam" userId="S::mohaiminul.islam@northsouth.edu::b8c578dd-123e-4080-8513-c25e2f552200" providerId="AD" clId="Web-{D863368B-0999-3DE6-33D2-692B645D602F}" dt="2026-06-19T12:05:52.981" v="860" actId="20577"/>
          <ac:spMkLst>
            <pc:docMk/>
            <pc:sldMk cId="0" sldId="258"/>
            <ac:spMk id="110" creationId="{00000000-0000-0000-0000-000000000000}"/>
          </ac:spMkLst>
        </pc:spChg>
        <pc:spChg chg="mod">
          <ac:chgData name="Mohaiminul Islam" userId="S::mohaiminul.islam@northsouth.edu::b8c578dd-123e-4080-8513-c25e2f552200" providerId="AD" clId="Web-{D863368B-0999-3DE6-33D2-692B645D602F}" dt="2026-06-19T12:07:53.669" v="915" actId="20577"/>
          <ac:spMkLst>
            <pc:docMk/>
            <pc:sldMk cId="0" sldId="258"/>
            <ac:spMk id="111" creationId="{00000000-0000-0000-0000-000000000000}"/>
          </ac:spMkLst>
        </pc:spChg>
      </pc:sldChg>
    </pc:docChg>
  </pc:docChgLst>
  <pc:docChgLst>
    <pc:chgData name="Mohaiminul Islam" userId="S::mohaiminul.islam@northsouth.edu::b8c578dd-123e-4080-8513-c25e2f552200" providerId="AD" clId="Web-{FF1A85B3-E0A6-85C3-F4C3-EBB7C1676B57}"/>
    <pc:docChg chg="modSld">
      <pc:chgData name="Mohaiminul Islam" userId="S::mohaiminul.islam@northsouth.edu::b8c578dd-123e-4080-8513-c25e2f552200" providerId="AD" clId="Web-{FF1A85B3-E0A6-85C3-F4C3-EBB7C1676B57}" dt="2026-06-20T17:56:43.961" v="31" actId="20577"/>
      <pc:docMkLst>
        <pc:docMk/>
      </pc:docMkLst>
      <pc:sldChg chg="modSp">
        <pc:chgData name="Mohaiminul Islam" userId="S::mohaiminul.islam@northsouth.edu::b8c578dd-123e-4080-8513-c25e2f552200" providerId="AD" clId="Web-{FF1A85B3-E0A6-85C3-F4C3-EBB7C1676B57}" dt="2026-06-20T04:31:27.838" v="16" actId="20577"/>
        <pc:sldMkLst>
          <pc:docMk/>
          <pc:sldMk cId="0" sldId="256"/>
        </pc:sldMkLst>
        <pc:spChg chg="mod">
          <ac:chgData name="Mohaiminul Islam" userId="S::mohaiminul.islam@northsouth.edu::b8c578dd-123e-4080-8513-c25e2f552200" providerId="AD" clId="Web-{FF1A85B3-E0A6-85C3-F4C3-EBB7C1676B57}" dt="2026-06-20T04:31:27.838" v="16" actId="20577"/>
          <ac:spMkLst>
            <pc:docMk/>
            <pc:sldMk cId="0" sldId="256"/>
            <ac:spMk id="98" creationId="{00000000-0000-0000-0000-000000000000}"/>
          </ac:spMkLst>
        </pc:spChg>
      </pc:sldChg>
      <pc:sldChg chg="modSp">
        <pc:chgData name="Mohaiminul Islam" userId="S::mohaiminul.islam@northsouth.edu::b8c578dd-123e-4080-8513-c25e2f552200" providerId="AD" clId="Web-{FF1A85B3-E0A6-85C3-F4C3-EBB7C1676B57}" dt="2026-06-20T17:56:43.961" v="31" actId="20577"/>
        <pc:sldMkLst>
          <pc:docMk/>
          <pc:sldMk cId="4110710246" sldId="338"/>
        </pc:sldMkLst>
        <pc:spChg chg="mod">
          <ac:chgData name="Mohaiminul Islam" userId="S::mohaiminul.islam@northsouth.edu::b8c578dd-123e-4080-8513-c25e2f552200" providerId="AD" clId="Web-{FF1A85B3-E0A6-85C3-F4C3-EBB7C1676B57}" dt="2026-06-20T17:56:43.961" v="31" actId="20577"/>
          <ac:spMkLst>
            <pc:docMk/>
            <pc:sldMk cId="4110710246" sldId="338"/>
            <ac:spMk id="111" creationId="{B6313DC5-1EE7-E22E-5167-364E8437FC7F}"/>
          </ac:spMkLst>
        </pc:spChg>
      </pc:sldChg>
    </pc:docChg>
  </pc:docChgLst>
  <pc:docChgLst>
    <pc:chgData name="Mohaiminul Islam" userId="S::mohaiminul.islam@northsouth.edu::b8c578dd-123e-4080-8513-c25e2f552200" providerId="AD" clId="Web-{81313099-D412-8C14-3276-CFC45DCDEBC0}"/>
    <pc:docChg chg="addSld delSld modSld sldOrd">
      <pc:chgData name="Mohaiminul Islam" userId="S::mohaiminul.islam@northsouth.edu::b8c578dd-123e-4080-8513-c25e2f552200" providerId="AD" clId="Web-{81313099-D412-8C14-3276-CFC45DCDEBC0}" dt="2026-06-20T01:21:36.617" v="1860" actId="20577"/>
      <pc:docMkLst>
        <pc:docMk/>
      </pc:docMkLst>
      <pc:sldChg chg="modSp add ord replId">
        <pc:chgData name="Mohaiminul Islam" userId="S::mohaiminul.islam@northsouth.edu::b8c578dd-123e-4080-8513-c25e2f552200" providerId="AD" clId="Web-{81313099-D412-8C14-3276-CFC45DCDEBC0}" dt="2026-06-19T14:23:50.646" v="678" actId="20577"/>
        <pc:sldMkLst>
          <pc:docMk/>
          <pc:sldMk cId="4129905145" sldId="333"/>
        </pc:sldMkLst>
        <pc:spChg chg="mod">
          <ac:chgData name="Mohaiminul Islam" userId="S::mohaiminul.islam@northsouth.edu::b8c578dd-123e-4080-8513-c25e2f552200" providerId="AD" clId="Web-{81313099-D412-8C14-3276-CFC45DCDEBC0}" dt="2026-06-19T14:23:50.646" v="678" actId="20577"/>
          <ac:spMkLst>
            <pc:docMk/>
            <pc:sldMk cId="4129905145" sldId="333"/>
            <ac:spMk id="110" creationId="{320E283E-A6D0-F95A-F6F1-069BB443521E}"/>
          </ac:spMkLst>
        </pc:spChg>
        <pc:spChg chg="mod">
          <ac:chgData name="Mohaiminul Islam" userId="S::mohaiminul.islam@northsouth.edu::b8c578dd-123e-4080-8513-c25e2f552200" providerId="AD" clId="Web-{81313099-D412-8C14-3276-CFC45DCDEBC0}" dt="2026-06-19T14:14:40.610" v="400" actId="20577"/>
          <ac:spMkLst>
            <pc:docMk/>
            <pc:sldMk cId="4129905145" sldId="333"/>
            <ac:spMk id="111" creationId="{8372DB33-F207-80A5-2E81-4AF51779C95D}"/>
          </ac:spMkLst>
        </pc:spChg>
      </pc:sldChg>
      <pc:sldChg chg="modSp add replId">
        <pc:chgData name="Mohaiminul Islam" userId="S::mohaiminul.islam@northsouth.edu::b8c578dd-123e-4080-8513-c25e2f552200" providerId="AD" clId="Web-{81313099-D412-8C14-3276-CFC45DCDEBC0}" dt="2026-06-20T00:22:12.985" v="1392" actId="20577"/>
        <pc:sldMkLst>
          <pc:docMk/>
          <pc:sldMk cId="1677330919" sldId="334"/>
        </pc:sldMkLst>
        <pc:spChg chg="mod">
          <ac:chgData name="Mohaiminul Islam" userId="S::mohaiminul.islam@northsouth.edu::b8c578dd-123e-4080-8513-c25e2f552200" providerId="AD" clId="Web-{81313099-D412-8C14-3276-CFC45DCDEBC0}" dt="2026-06-19T14:23:57.553" v="682" actId="20577"/>
          <ac:spMkLst>
            <pc:docMk/>
            <pc:sldMk cId="1677330919" sldId="334"/>
            <ac:spMk id="110" creationId="{1510A59B-5E99-9090-5B2B-BA4E9572006D}"/>
          </ac:spMkLst>
        </pc:spChg>
        <pc:spChg chg="mod">
          <ac:chgData name="Mohaiminul Islam" userId="S::mohaiminul.islam@northsouth.edu::b8c578dd-123e-4080-8513-c25e2f552200" providerId="AD" clId="Web-{81313099-D412-8C14-3276-CFC45DCDEBC0}" dt="2026-06-20T00:22:12.985" v="1392" actId="20577"/>
          <ac:spMkLst>
            <pc:docMk/>
            <pc:sldMk cId="1677330919" sldId="334"/>
            <ac:spMk id="111" creationId="{AC516C28-3464-8632-444E-98468D1B8E54}"/>
          </ac:spMkLst>
        </pc:spChg>
      </pc:sldChg>
      <pc:sldChg chg="modSp add ord replId">
        <pc:chgData name="Mohaiminul Islam" userId="S::mohaiminul.islam@northsouth.edu::b8c578dd-123e-4080-8513-c25e2f552200" providerId="AD" clId="Web-{81313099-D412-8C14-3276-CFC45DCDEBC0}" dt="2026-06-19T14:30:26.378" v="948" actId="20577"/>
        <pc:sldMkLst>
          <pc:docMk/>
          <pc:sldMk cId="103130495" sldId="335"/>
        </pc:sldMkLst>
        <pc:spChg chg="mod">
          <ac:chgData name="Mohaiminul Islam" userId="S::mohaiminul.islam@northsouth.edu::b8c578dd-123e-4080-8513-c25e2f552200" providerId="AD" clId="Web-{81313099-D412-8C14-3276-CFC45DCDEBC0}" dt="2026-06-19T14:25:21.384" v="696" actId="20577"/>
          <ac:spMkLst>
            <pc:docMk/>
            <pc:sldMk cId="103130495" sldId="335"/>
            <ac:spMk id="110" creationId="{E1F63B53-12B5-0B1E-F59E-7FC89F8E130C}"/>
          </ac:spMkLst>
        </pc:spChg>
        <pc:spChg chg="mod">
          <ac:chgData name="Mohaiminul Islam" userId="S::mohaiminul.islam@northsouth.edu::b8c578dd-123e-4080-8513-c25e2f552200" providerId="AD" clId="Web-{81313099-D412-8C14-3276-CFC45DCDEBC0}" dt="2026-06-19T14:30:26.378" v="948" actId="20577"/>
          <ac:spMkLst>
            <pc:docMk/>
            <pc:sldMk cId="103130495" sldId="335"/>
            <ac:spMk id="111" creationId="{1C3B614F-BE0E-0890-93E5-50EF653E05C6}"/>
          </ac:spMkLst>
        </pc:spChg>
      </pc:sldChg>
      <pc:sldChg chg="modSp add replId">
        <pc:chgData name="Mohaiminul Islam" userId="S::mohaiminul.islam@northsouth.edu::b8c578dd-123e-4080-8513-c25e2f552200" providerId="AD" clId="Web-{81313099-D412-8C14-3276-CFC45DCDEBC0}" dt="2026-06-19T16:13:53.305" v="1122" actId="20577"/>
        <pc:sldMkLst>
          <pc:docMk/>
          <pc:sldMk cId="528771744" sldId="336"/>
        </pc:sldMkLst>
        <pc:spChg chg="mod">
          <ac:chgData name="Mohaiminul Islam" userId="S::mohaiminul.islam@northsouth.edu::b8c578dd-123e-4080-8513-c25e2f552200" providerId="AD" clId="Web-{81313099-D412-8C14-3276-CFC45DCDEBC0}" dt="2026-06-19T16:13:53.305" v="1122" actId="20577"/>
          <ac:spMkLst>
            <pc:docMk/>
            <pc:sldMk cId="528771744" sldId="336"/>
            <ac:spMk id="111" creationId="{5F93A6C1-8082-E48B-4A61-41F91004CF6C}"/>
          </ac:spMkLst>
        </pc:spChg>
      </pc:sldChg>
      <pc:sldChg chg="modSp add replId">
        <pc:chgData name="Mohaiminul Islam" userId="S::mohaiminul.islam@northsouth.edu::b8c578dd-123e-4080-8513-c25e2f552200" providerId="AD" clId="Web-{81313099-D412-8C14-3276-CFC45DCDEBC0}" dt="2026-06-19T16:53:27.439" v="1382" actId="20577"/>
        <pc:sldMkLst>
          <pc:docMk/>
          <pc:sldMk cId="3681735509" sldId="337"/>
        </pc:sldMkLst>
        <pc:spChg chg="mod">
          <ac:chgData name="Mohaiminul Islam" userId="S::mohaiminul.islam@northsouth.edu::b8c578dd-123e-4080-8513-c25e2f552200" providerId="AD" clId="Web-{81313099-D412-8C14-3276-CFC45DCDEBC0}" dt="2026-06-19T16:14:24.150" v="1131" actId="20577"/>
          <ac:spMkLst>
            <pc:docMk/>
            <pc:sldMk cId="3681735509" sldId="337"/>
            <ac:spMk id="110" creationId="{7C1348B0-533A-5DD1-A88F-DA819DE3B50E}"/>
          </ac:spMkLst>
        </pc:spChg>
        <pc:spChg chg="mod">
          <ac:chgData name="Mohaiminul Islam" userId="S::mohaiminul.islam@northsouth.edu::b8c578dd-123e-4080-8513-c25e2f552200" providerId="AD" clId="Web-{81313099-D412-8C14-3276-CFC45DCDEBC0}" dt="2026-06-19T16:53:27.439" v="1382" actId="20577"/>
          <ac:spMkLst>
            <pc:docMk/>
            <pc:sldMk cId="3681735509" sldId="337"/>
            <ac:spMk id="111" creationId="{C1FD13AF-C7FB-58B1-F138-002AE8C0973B}"/>
          </ac:spMkLst>
        </pc:spChg>
      </pc:sldChg>
      <pc:sldChg chg="modSp add replId">
        <pc:chgData name="Mohaiminul Islam" userId="S::mohaiminul.islam@northsouth.edu::b8c578dd-123e-4080-8513-c25e2f552200" providerId="AD" clId="Web-{81313099-D412-8C14-3276-CFC45DCDEBC0}" dt="2026-06-20T01:13:52.793" v="1626" actId="20577"/>
        <pc:sldMkLst>
          <pc:docMk/>
          <pc:sldMk cId="4110710246" sldId="338"/>
        </pc:sldMkLst>
        <pc:spChg chg="mod">
          <ac:chgData name="Mohaiminul Islam" userId="S::mohaiminul.islam@northsouth.edu::b8c578dd-123e-4080-8513-c25e2f552200" providerId="AD" clId="Web-{81313099-D412-8C14-3276-CFC45DCDEBC0}" dt="2026-06-20T00:25:04.317" v="1418" actId="20577"/>
          <ac:spMkLst>
            <pc:docMk/>
            <pc:sldMk cId="4110710246" sldId="338"/>
            <ac:spMk id="110" creationId="{4A649FB9-2A67-B242-9381-9B418527585D}"/>
          </ac:spMkLst>
        </pc:spChg>
        <pc:spChg chg="mod">
          <ac:chgData name="Mohaiminul Islam" userId="S::mohaiminul.islam@northsouth.edu::b8c578dd-123e-4080-8513-c25e2f552200" providerId="AD" clId="Web-{81313099-D412-8C14-3276-CFC45DCDEBC0}" dt="2026-06-20T01:13:52.793" v="1626" actId="20577"/>
          <ac:spMkLst>
            <pc:docMk/>
            <pc:sldMk cId="4110710246" sldId="338"/>
            <ac:spMk id="111" creationId="{B6313DC5-1EE7-E22E-5167-364E8437FC7F}"/>
          </ac:spMkLst>
        </pc:spChg>
      </pc:sldChg>
      <pc:sldChg chg="modSp add ord replId">
        <pc:chgData name="Mohaiminul Islam" userId="S::mohaiminul.islam@northsouth.edu::b8c578dd-123e-4080-8513-c25e2f552200" providerId="AD" clId="Web-{81313099-D412-8C14-3276-CFC45DCDEBC0}" dt="2026-06-20T01:21:36.617" v="1860" actId="20577"/>
        <pc:sldMkLst>
          <pc:docMk/>
          <pc:sldMk cId="961585463" sldId="339"/>
        </pc:sldMkLst>
        <pc:spChg chg="mod">
          <ac:chgData name="Mohaiminul Islam" userId="S::mohaiminul.islam@northsouth.edu::b8c578dd-123e-4080-8513-c25e2f552200" providerId="AD" clId="Web-{81313099-D412-8C14-3276-CFC45DCDEBC0}" dt="2026-06-20T01:19:29.190" v="1712" actId="20577"/>
          <ac:spMkLst>
            <pc:docMk/>
            <pc:sldMk cId="961585463" sldId="339"/>
            <ac:spMk id="110" creationId="{5633F41C-C674-150B-5F70-99C37E6729C1}"/>
          </ac:spMkLst>
        </pc:spChg>
        <pc:spChg chg="mod">
          <ac:chgData name="Mohaiminul Islam" userId="S::mohaiminul.islam@northsouth.edu::b8c578dd-123e-4080-8513-c25e2f552200" providerId="AD" clId="Web-{81313099-D412-8C14-3276-CFC45DCDEBC0}" dt="2026-06-20T01:21:36.617" v="1860" actId="20577"/>
          <ac:spMkLst>
            <pc:docMk/>
            <pc:sldMk cId="961585463" sldId="339"/>
            <ac:spMk id="111" creationId="{D0B444C9-00B8-BD4D-2250-3639CF38690F}"/>
          </ac:spMkLst>
        </pc:spChg>
      </pc:sldChg>
    </pc:docChg>
  </pc:docChgLst>
  <pc:docChgLst>
    <pc:chgData name="Mohaiminul Islam" userId="S::mohaiminul.islam@northsouth.edu::b8c578dd-123e-4080-8513-c25e2f552200" providerId="AD" clId="Web-{458C28FA-8B40-7927-E3B9-6660C12BD64B}"/>
    <pc:docChg chg="modSld">
      <pc:chgData name="Mohaiminul Islam" userId="S::mohaiminul.islam@northsouth.edu::b8c578dd-123e-4080-8513-c25e2f552200" providerId="AD" clId="Web-{458C28FA-8B40-7927-E3B9-6660C12BD64B}" dt="2026-06-17T08:38:12.695" v="3" actId="20577"/>
      <pc:docMkLst>
        <pc:docMk/>
      </pc:docMkLst>
      <pc:sldChg chg="modSp">
        <pc:chgData name="Mohaiminul Islam" userId="S::mohaiminul.islam@northsouth.edu::b8c578dd-123e-4080-8513-c25e2f552200" providerId="AD" clId="Web-{458C28FA-8B40-7927-E3B9-6660C12BD64B}" dt="2026-06-17T08:38:12.695" v="3" actId="20577"/>
        <pc:sldMkLst>
          <pc:docMk/>
          <pc:sldMk cId="0" sldId="258"/>
        </pc:sldMkLst>
        <pc:spChg chg="mod">
          <ac:chgData name="Mohaiminul Islam" userId="S::mohaiminul.islam@northsouth.edu::b8c578dd-123e-4080-8513-c25e2f552200" providerId="AD" clId="Web-{458C28FA-8B40-7927-E3B9-6660C12BD64B}" dt="2026-06-17T08:38:12.695" v="3" actId="20577"/>
          <ac:spMkLst>
            <pc:docMk/>
            <pc:sldMk cId="0" sldId="258"/>
            <ac:spMk id="1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90" name="Google Shape;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92" name="Google Shape;92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6/12/2026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D556FFC-751F-63FF-4495-8FAE8A3DB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7B5B977E-A78D-6B21-F739-E27CBD12A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2E5407F9-6C71-A3D2-00BE-88D8582AE2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9970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914E2BB-5B78-16A9-5074-D2452F90A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528FD631-DA8E-17DC-3C60-D20F27236F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29938BD6-847F-6854-DEA3-5093D3090B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438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7B83473-929F-4655-1D31-FE107F0DF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B7D6CEBB-B5F7-A435-9C7C-60F9058157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A697A13D-E356-5E4B-4202-3B2881681B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2704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9" name="Google Shape;129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" name="Google Shape;189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D670A764-3EFF-FACB-EC0C-FFD1429E9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1:notes">
            <a:extLst>
              <a:ext uri="{FF2B5EF4-FFF2-40B4-BE49-F238E27FC236}">
                <a16:creationId xmlns:a16="http://schemas.microsoft.com/office/drawing/2014/main" id="{07B69756-F131-DC4D-2C8F-46A2AAC97C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p41:notes">
            <a:extLst>
              <a:ext uri="{FF2B5EF4-FFF2-40B4-BE49-F238E27FC236}">
                <a16:creationId xmlns:a16="http://schemas.microsoft.com/office/drawing/2014/main" id="{206D84A4-3A87-13C7-B498-81A0EC6BC6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708080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2" name="Google Shape;182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815782" cy="833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body" idx="1"/>
          </p:nvPr>
        </p:nvSpPr>
        <p:spPr>
          <a:xfrm>
            <a:off x="609599" y="1200727"/>
            <a:ext cx="11148291" cy="5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sldNum" idx="12"/>
          </p:nvPr>
        </p:nvSpPr>
        <p:spPr>
          <a:xfrm>
            <a:off x="8737600" y="6437745"/>
            <a:ext cx="2844800" cy="28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mbria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" name="Google Shape;2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mbria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4046248" cy="1112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 txBox="1">
            <a:spLocks noGrp="1"/>
          </p:cNvSpPr>
          <p:nvPr>
            <p:ph type="title"/>
          </p:nvPr>
        </p:nvSpPr>
        <p:spPr>
          <a:xfrm>
            <a:off x="1981200" y="146293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mbria"/>
              <a:buNone/>
            </a:pPr>
            <a:r>
              <a:rPr lang="en-US" sz="4000"/>
              <a:t>CSE115</a:t>
            </a:r>
            <a:br>
              <a:rPr lang="en-US" sz="4000"/>
            </a:br>
            <a:r>
              <a:rPr lang="en-US" sz="4000"/>
              <a:t>Programming Language I</a:t>
            </a:r>
            <a:endParaRPr/>
          </a:p>
        </p:txBody>
      </p:sp>
      <p:sp>
        <p:nvSpPr>
          <p:cNvPr id="96" name="Google Shape;96;p1"/>
          <p:cNvSpPr txBox="1">
            <a:spLocks noGrp="1"/>
          </p:cNvSpPr>
          <p:nvPr>
            <p:ph type="body" idx="1"/>
          </p:nvPr>
        </p:nvSpPr>
        <p:spPr>
          <a:xfrm>
            <a:off x="1981200" y="3130898"/>
            <a:ext cx="8229600" cy="13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Md Mohaiminul Islam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</a:pPr>
            <a:r>
              <a:rPr lang="en-US"/>
              <a:t>Lecturer, Dept. of ECE</a:t>
            </a:r>
            <a:endParaRPr/>
          </a:p>
        </p:txBody>
      </p:sp>
      <p:sp>
        <p:nvSpPr>
          <p:cNvPr id="97" name="Google Shape;97;p1"/>
          <p:cNvSpPr txBox="1">
            <a:spLocks noGrp="1"/>
          </p:cNvSpPr>
          <p:nvPr>
            <p:ph type="sldNum" idx="12"/>
          </p:nvPr>
        </p:nvSpPr>
        <p:spPr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98" name="Google Shape;98;p1"/>
          <p:cNvSpPr txBox="1">
            <a:spLocks noGrp="1"/>
          </p:cNvSpPr>
          <p:nvPr>
            <p:ph type="body" idx="4294967295"/>
          </p:nvPr>
        </p:nvSpPr>
        <p:spPr>
          <a:xfrm>
            <a:off x="2094271" y="4945062"/>
            <a:ext cx="8229600" cy="1300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1400" dirty="0"/>
              <a:t>Lecture 06</a:t>
            </a:r>
            <a:endParaRPr dirty="0"/>
          </a:p>
          <a:p>
            <a:pPr marL="0" indent="0" algn="ctr">
              <a:spcBef>
                <a:spcPts val="640"/>
              </a:spcBef>
              <a:buSzPts val="3200"/>
              <a:buNone/>
            </a:pPr>
            <a:r>
              <a:rPr lang="en-US" sz="1400" dirty="0"/>
              <a:t>Version 1: Last updated 06 Oct ‘26</a:t>
            </a:r>
            <a:endParaRPr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Recap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1" name="Google Shape;111;p3"/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0964450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0"/>
              </a:spcBef>
              <a:buSzPts val="2800"/>
            </a:pPr>
            <a:r>
              <a:rPr lang="en-US" dirty="0"/>
              <a:t>Earlier we talked about truth, relational operators and if-else</a:t>
            </a:r>
          </a:p>
          <a:p>
            <a:pPr marL="228600" indent="-228600">
              <a:spcBef>
                <a:spcPts val="0"/>
              </a:spcBef>
              <a:buSzPts val="2800"/>
            </a:pPr>
            <a:r>
              <a:rPr lang="en-US" dirty="0"/>
              <a:t>We also talked about </a:t>
            </a:r>
            <a:r>
              <a:rPr lang="en-US" dirty="0" err="1"/>
              <a:t>scanf</a:t>
            </a:r>
            <a:r>
              <a:rPr lang="en-US" dirty="0"/>
              <a:t> in short</a:t>
            </a:r>
          </a:p>
          <a:p>
            <a:pPr marL="228600" indent="-228600">
              <a:buSzPts val="2800"/>
            </a:pPr>
            <a:r>
              <a:rPr lang="en-US" dirty="0"/>
              <a:t>true = 1, false = 0. Remember it </a:t>
            </a:r>
            <a:r>
              <a:rPr lang="en-US" b="1" dirty="0"/>
              <a:t>ALWAYS</a:t>
            </a:r>
            <a:r>
              <a:rPr lang="en-US" dirty="0"/>
              <a:t>.</a:t>
            </a:r>
            <a:endParaRPr lang="en-US" dirty="0">
              <a:solidFill>
                <a:srgbClr val="000000"/>
              </a:solidFill>
            </a:endParaRPr>
          </a:p>
          <a:p>
            <a:pPr marL="228600" indent="-228600">
              <a:buSzPts val="2800"/>
            </a:pPr>
            <a:r>
              <a:rPr lang="en-US" dirty="0"/>
              <a:t>else is attached to only the latest if</a:t>
            </a:r>
          </a:p>
          <a:p>
            <a:pPr marL="228600" indent="-228600">
              <a:buSzPts val="2800"/>
            </a:pPr>
            <a:r>
              <a:rPr lang="en-US" dirty="0"/>
              <a:t>We will see today that ifs can be nested inside other ifs, and be treated like independent</a:t>
            </a:r>
          </a:p>
          <a:p>
            <a:pPr marL="228600" indent="-228600">
              <a:buSzPts val="2800"/>
            </a:pPr>
            <a:r>
              <a:rPr lang="en-US" dirty="0"/>
              <a:t>The same logic sequence can be rewritten multiple ways, some might depend on the order of the writing since else if ladder is executed top to bottom</a:t>
            </a:r>
            <a:endParaRPr lang="en-US" dirty="0">
              <a:solidFill>
                <a:srgbClr val="000000"/>
              </a:solidFill>
            </a:endParaRPr>
          </a:p>
          <a:p>
            <a:pPr marL="228600" indent="-228600">
              <a:buSzPts val="2800"/>
            </a:pPr>
            <a:endParaRPr lang="en-US" dirty="0"/>
          </a:p>
          <a:p>
            <a:pPr marL="0" indent="0">
              <a:spcBef>
                <a:spcPts val="0"/>
              </a:spcBef>
              <a:buClr>
                <a:srgbClr val="4EA72E"/>
              </a:buClr>
              <a:buSzPts val="3200"/>
              <a:buNone/>
            </a:pPr>
            <a:endParaRPr lang="en-US" dirty="0"/>
          </a:p>
          <a:p>
            <a:pPr marL="228600" indent="-50800">
              <a:buSzPts val="2800"/>
              <a:buNone/>
            </a:pPr>
            <a:endParaRPr lang="en-US" dirty="0"/>
          </a:p>
          <a:p>
            <a:pPr marL="228600" indent="-50800">
              <a:buSzPts val="2800"/>
              <a:buNone/>
            </a:pPr>
            <a:endParaRPr lang="en-US" dirty="0"/>
          </a:p>
        </p:txBody>
      </p:sp>
      <p:sp>
        <p:nvSpPr>
          <p:cNvPr id="112" name="Google Shape;11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4C1E7D3-C9ED-24C5-1DCF-4C715E276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4A649FB9-2A67-B242-9381-9B41852758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nested if</a:t>
            </a:r>
            <a:endParaRPr lang="en-US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B6313DC5-1EE7-E22E-5167-364E8437FC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1225707" cy="4526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indent="-228600">
              <a:buClr>
                <a:srgbClr val="000000"/>
              </a:buClr>
              <a:buSzPts val="2800"/>
            </a:pPr>
            <a:r>
              <a:rPr lang="en-US">
                <a:solidFill>
                  <a:schemeClr val="tx1"/>
                </a:solidFill>
              </a:rPr>
              <a:t>We can see that the grade system cannot have more than 2 different grades because if-else allows us only 2 unique states.</a:t>
            </a:r>
          </a:p>
          <a:p>
            <a:pPr marL="228600" indent="-228600">
              <a:buClr>
                <a:srgbClr val="000000"/>
              </a:buClr>
              <a:buSzPts val="2800"/>
            </a:pPr>
            <a:r>
              <a:rPr lang="en-US" dirty="0">
                <a:solidFill>
                  <a:schemeClr val="tx1"/>
                </a:solidFill>
              </a:rPr>
              <a:t>We can put if-else inside another if/else. Does tha</a:t>
            </a:r>
            <a:r>
              <a:rPr lang="en-US">
                <a:solidFill>
                  <a:schemeClr val="tx1"/>
                </a:solidFill>
              </a:rPr>
              <a:t>t help us?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>
                <a:solidFill>
                  <a:schemeClr val="tx1"/>
                </a:solidFill>
              </a:rPr>
              <a:t>if(score &gt;= 60) {</a:t>
            </a:r>
          </a:p>
          <a:p>
            <a:pPr marL="0" indent="0">
              <a:buNone/>
            </a:pPr>
            <a:r>
              <a:rPr lang="en-US" sz="2000">
                <a:solidFill>
                  <a:schemeClr val="tx1"/>
                </a:solidFill>
              </a:rPr>
              <a:t> if(score &gt;= 70) {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  if(score &gt;= 80) </a:t>
            </a:r>
            <a:r>
              <a:rPr lang="en-US" sz="2000" dirty="0" err="1">
                <a:solidFill>
                  <a:schemeClr val="tx1"/>
                </a:solidFill>
              </a:rPr>
              <a:t>printf</a:t>
            </a:r>
            <a:r>
              <a:rPr lang="en-US" sz="2000" dirty="0">
                <a:solidFill>
                  <a:schemeClr val="tx1"/>
                </a:solidFill>
              </a:rPr>
              <a:t>("A");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  else </a:t>
            </a:r>
            <a:r>
              <a:rPr lang="en-US" sz="2000" dirty="0" err="1">
                <a:solidFill>
                  <a:schemeClr val="tx1"/>
                </a:solidFill>
              </a:rPr>
              <a:t>printf</a:t>
            </a:r>
            <a:r>
              <a:rPr lang="en-US" sz="2000" dirty="0">
                <a:solidFill>
                  <a:schemeClr val="tx1"/>
                </a:solidFill>
              </a:rPr>
              <a:t>("B");</a:t>
            </a:r>
          </a:p>
          <a:p>
            <a:pPr marL="0" indent="0">
              <a:buNone/>
            </a:pPr>
            <a:r>
              <a:rPr lang="en-US" sz="2000">
                <a:solidFill>
                  <a:schemeClr val="tx1"/>
                </a:solidFill>
              </a:rPr>
              <a:t> </a:t>
            </a:r>
            <a:r>
              <a:rPr lang="en-US" sz="2000" dirty="0">
                <a:solidFill>
                  <a:schemeClr val="tx1"/>
                </a:solidFill>
              </a:rPr>
              <a:t>}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 else </a:t>
            </a:r>
            <a:r>
              <a:rPr lang="en-US" sz="2000" dirty="0" err="1">
                <a:solidFill>
                  <a:schemeClr val="tx1"/>
                </a:solidFill>
              </a:rPr>
              <a:t>printf</a:t>
            </a:r>
            <a:r>
              <a:rPr lang="en-US" sz="2000" dirty="0">
                <a:solidFill>
                  <a:schemeClr val="tx1"/>
                </a:solidFill>
              </a:rPr>
              <a:t>("C");</a:t>
            </a:r>
          </a:p>
          <a:p>
            <a:pPr marL="0" indent="0">
              <a:buNone/>
            </a:pPr>
            <a:r>
              <a:rPr lang="en-US" sz="2000">
                <a:solidFill>
                  <a:schemeClr val="tx1"/>
                </a:solidFill>
              </a:rPr>
              <a:t>}</a:t>
            </a:r>
            <a:endParaRPr lang="en-US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else </a:t>
            </a:r>
            <a:r>
              <a:rPr lang="en-US" sz="2000" dirty="0" err="1">
                <a:solidFill>
                  <a:schemeClr val="tx1"/>
                </a:solidFill>
              </a:rPr>
              <a:t>printf</a:t>
            </a:r>
            <a:r>
              <a:rPr lang="en-US" sz="2000" dirty="0">
                <a:solidFill>
                  <a:schemeClr val="tx1"/>
                </a:solidFill>
              </a:rPr>
              <a:t>("Try Again");</a:t>
            </a:r>
            <a:endParaRPr lang="en-US" dirty="0">
              <a:solidFill>
                <a:schemeClr val="tx1"/>
              </a:solidFill>
            </a:endParaRPr>
          </a:p>
          <a:p>
            <a:pPr marL="228600" indent="-228600">
              <a:buClr>
                <a:srgbClr val="000000"/>
              </a:buClr>
              <a:buSzPts val="2800"/>
            </a:pPr>
            <a:endParaRPr lang="en-US" sz="2600" dirty="0"/>
          </a:p>
          <a:p>
            <a:pPr marL="0" indent="0">
              <a:buClr>
                <a:srgbClr val="000000"/>
              </a:buClr>
              <a:buSzPts val="2800"/>
              <a:buNone/>
            </a:pPr>
            <a:endParaRPr lang="en-US"/>
          </a:p>
          <a:p>
            <a:pPr marL="0" indent="0">
              <a:spcBef>
                <a:spcPts val="0"/>
              </a:spcBef>
              <a:buClr>
                <a:srgbClr val="4EA72E"/>
              </a:buClr>
              <a:buSzPts val="3200"/>
              <a:buNone/>
            </a:pPr>
            <a:endParaRPr lang="en-US"/>
          </a:p>
          <a:p>
            <a:pPr marL="228600" indent="-50800">
              <a:buSzPts val="2800"/>
              <a:buNone/>
            </a:pPr>
            <a:endParaRPr lang="en-US"/>
          </a:p>
          <a:p>
            <a:pPr marL="228600" indent="-50800">
              <a:buSzPts val="2800"/>
              <a:buNone/>
            </a:pPr>
            <a:endParaRPr lang="en-US"/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1D11D9F6-6820-428C-D793-615509D726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0710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E03C6B2-268E-DADC-116F-4CFFDC413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5633F41C-C674-150B-5F70-99C37E6729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else-if</a:t>
            </a:r>
            <a:endParaRPr lang="en-US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D0B444C9-00B8-BD4D-2250-3639CF3869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1225707" cy="4526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buClr>
                <a:srgbClr val="000000"/>
              </a:buClr>
              <a:buSzPts val="2800"/>
            </a:pPr>
            <a:r>
              <a:rPr lang="en-US" dirty="0">
                <a:solidFill>
                  <a:schemeClr val="tx1"/>
                </a:solidFill>
              </a:rPr>
              <a:t>Nested if is functionally great i.e. it does what we want. But it's difficult to work with due to its too long syntax</a:t>
            </a:r>
          </a:p>
          <a:p>
            <a:pPr marL="228600" indent="-228600">
              <a:buClr>
                <a:srgbClr val="000000"/>
              </a:buClr>
              <a:buSzPts val="2800"/>
            </a:pPr>
            <a:r>
              <a:rPr lang="en-US">
                <a:solidFill>
                  <a:schemeClr val="tx1"/>
                </a:solidFill>
              </a:rPr>
              <a:t>For exactly this problem, else if was introduced.</a:t>
            </a:r>
            <a:endParaRPr lang="en-US" dirty="0">
              <a:solidFill>
                <a:schemeClr val="tx1"/>
              </a:solidFill>
            </a:endParaRPr>
          </a:p>
          <a:p>
            <a:pPr marL="228600" indent="-228600">
              <a:buClr>
                <a:srgbClr val="000000"/>
              </a:buClr>
              <a:buSzPts val="2800"/>
            </a:pPr>
            <a:r>
              <a:rPr lang="en-US" dirty="0">
                <a:solidFill>
                  <a:schemeClr val="tx1"/>
                </a:solidFill>
              </a:rPr>
              <a:t>if-else </a:t>
            </a:r>
            <a:r>
              <a:rPr lang="en-US" dirty="0" err="1">
                <a:solidFill>
                  <a:schemeClr val="tx1"/>
                </a:solidFill>
              </a:rPr>
              <a:t>if-else</a:t>
            </a:r>
            <a:r>
              <a:rPr lang="en-US" dirty="0">
                <a:solidFill>
                  <a:schemeClr val="tx1"/>
                </a:solidFill>
              </a:rPr>
              <a:t> if....-else allows us to be in more than 2 states of truth simultaneously.</a:t>
            </a:r>
          </a:p>
          <a:p>
            <a:pPr marL="228600" indent="-228600">
              <a:buClr>
                <a:srgbClr val="000000"/>
              </a:buClr>
              <a:buSzPts val="2800"/>
            </a:pPr>
            <a:r>
              <a:rPr lang="en-US" dirty="0">
                <a:solidFill>
                  <a:schemeClr val="tx1"/>
                </a:solidFill>
              </a:rPr>
              <a:t>REMEMBER, if-else if ladder always executes sequentially from top to bottom. Change in ordering of conditions may modify the output </a:t>
            </a:r>
            <a:r>
              <a:rPr lang="en-US">
                <a:solidFill>
                  <a:schemeClr val="tx1"/>
                </a:solidFill>
              </a:rPr>
              <a:t>depending on how the condition is written (demo shown in class)</a:t>
            </a:r>
            <a:endParaRPr lang="en-US" dirty="0">
              <a:solidFill>
                <a:schemeClr val="tx1"/>
              </a:solidFill>
            </a:endParaRPr>
          </a:p>
          <a:p>
            <a:pPr marL="685800" lvl="1" indent="-228600">
              <a:buClr>
                <a:srgbClr val="000000"/>
              </a:buClr>
              <a:buSzPts val="2800"/>
            </a:pPr>
            <a:endParaRPr lang="en-US" dirty="0"/>
          </a:p>
          <a:p>
            <a:pPr marL="685800" lvl="1">
              <a:buClr>
                <a:srgbClr val="000000"/>
              </a:buClr>
              <a:buSzPts val="2800"/>
            </a:pPr>
            <a:endParaRPr lang="en-US" dirty="0"/>
          </a:p>
          <a:p>
            <a:pPr marL="228600" indent="-228600">
              <a:buClr>
                <a:srgbClr val="000000"/>
              </a:buClr>
              <a:buSzPts val="2800"/>
            </a:pPr>
            <a:endParaRPr lang="en-US" sz="2600" dirty="0"/>
          </a:p>
          <a:p>
            <a:pPr marL="0" indent="0">
              <a:buClr>
                <a:srgbClr val="000000"/>
              </a:buClr>
              <a:buSzPts val="2800"/>
              <a:buNone/>
            </a:pPr>
            <a:endParaRPr lang="en-US"/>
          </a:p>
          <a:p>
            <a:pPr marL="0" indent="0">
              <a:spcBef>
                <a:spcPts val="0"/>
              </a:spcBef>
              <a:buClr>
                <a:srgbClr val="4EA72E"/>
              </a:buClr>
              <a:buSzPts val="3200"/>
              <a:buNone/>
            </a:pPr>
            <a:endParaRPr lang="en-US"/>
          </a:p>
          <a:p>
            <a:pPr marL="228600" indent="-50800">
              <a:buSzPts val="2800"/>
              <a:buNone/>
            </a:pPr>
            <a:endParaRPr lang="en-US"/>
          </a:p>
          <a:p>
            <a:pPr marL="228600" indent="-50800">
              <a:buSzPts val="2800"/>
              <a:buNone/>
            </a:pPr>
            <a:endParaRPr lang="en-US"/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8B3C8EF5-A922-A906-AF34-E8CA4F5A02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1585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3AE8795-108C-7626-F6ED-D97076EFC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EF618B2A-8B24-D8B0-A64B-2C4211551F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Logical Operator - AND</a:t>
            </a:r>
            <a:endParaRPr lang="en-US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CF8A7201-33D7-E993-B5F0-21EA2D0C5A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1225707" cy="4526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buClr>
                <a:srgbClr val="000000"/>
              </a:buClr>
              <a:buSzPts val="2800"/>
            </a:pPr>
            <a:r>
              <a:rPr lang="en-US">
                <a:solidFill>
                  <a:schemeClr val="tx1"/>
                </a:solidFill>
              </a:rPr>
              <a:t>What if we want to write our logic in a way that requires 2 different things to be true at the same time?</a:t>
            </a:r>
          </a:p>
          <a:p>
            <a:pPr marL="228600" indent="-228600">
              <a:buClr>
                <a:srgbClr val="000000"/>
              </a:buClr>
              <a:buSzPts val="2800"/>
            </a:pPr>
            <a:r>
              <a:rPr lang="en-US">
                <a:solidFill>
                  <a:schemeClr val="tx1"/>
                </a:solidFill>
              </a:rPr>
              <a:t>We can combine 2 truths together using </a:t>
            </a:r>
            <a:r>
              <a:rPr lang="en-US">
                <a:solidFill>
                  <a:schemeClr val="accent5"/>
                </a:solidFill>
              </a:rPr>
              <a:t>&amp;&amp;</a:t>
            </a:r>
            <a:r>
              <a:rPr lang="en-US">
                <a:solidFill>
                  <a:schemeClr val="tx1"/>
                </a:solidFill>
              </a:rPr>
              <a:t> operator (read as "AND")</a:t>
            </a:r>
            <a:endParaRPr lang="en-US" dirty="0">
              <a:solidFill>
                <a:schemeClr val="tx1"/>
              </a:solidFill>
            </a:endParaRPr>
          </a:p>
          <a:p>
            <a:pPr marL="228600" indent="-228600">
              <a:buClr>
                <a:srgbClr val="000000"/>
              </a:buClr>
              <a:buSzPts val="2800"/>
            </a:pPr>
            <a:r>
              <a:rPr lang="en-US" dirty="0">
                <a:solidFill>
                  <a:schemeClr val="tx1"/>
                </a:solidFill>
              </a:rPr>
              <a:t>… if(score &gt;= 60 &amp;&amp; score &lt; 70) </a:t>
            </a:r>
            <a:r>
              <a:rPr lang="en-US" dirty="0" err="1">
                <a:solidFill>
                  <a:schemeClr val="tx1"/>
                </a:solidFill>
              </a:rPr>
              <a:t>printf</a:t>
            </a:r>
            <a:r>
              <a:rPr lang="en-US" dirty="0">
                <a:solidFill>
                  <a:schemeClr val="tx1"/>
                </a:solidFill>
              </a:rPr>
              <a:t>("C");</a:t>
            </a:r>
          </a:p>
          <a:p>
            <a:pPr marL="228600" indent="-228600">
              <a:buClr>
                <a:srgbClr val="000000"/>
              </a:buClr>
              <a:buSzPts val="2800"/>
            </a:pPr>
            <a:r>
              <a:rPr lang="en-US">
                <a:solidFill>
                  <a:schemeClr val="tx1"/>
                </a:solidFill>
              </a:rPr>
              <a:t>Here, we want our score to be &gt;= 60 but at the same time &lt; 70. We achieve this with the above code.</a:t>
            </a:r>
            <a:endParaRPr lang="en-US" dirty="0">
              <a:solidFill>
                <a:schemeClr val="tx1"/>
              </a:solidFill>
            </a:endParaRPr>
          </a:p>
          <a:p>
            <a:pPr marL="685800" lvl="1" indent="-228600">
              <a:buClr>
                <a:srgbClr val="000000"/>
              </a:buClr>
              <a:buSzPts val="2800"/>
            </a:pPr>
            <a:endParaRPr lang="en-US" dirty="0"/>
          </a:p>
          <a:p>
            <a:pPr marL="685800" lvl="1">
              <a:buClr>
                <a:srgbClr val="000000"/>
              </a:buClr>
              <a:buSzPts val="2800"/>
            </a:pPr>
            <a:endParaRPr lang="en-US" dirty="0"/>
          </a:p>
          <a:p>
            <a:pPr marL="228600" indent="-228600">
              <a:buClr>
                <a:srgbClr val="000000"/>
              </a:buClr>
              <a:buSzPts val="2800"/>
            </a:pPr>
            <a:endParaRPr lang="en-US" sz="2600" dirty="0"/>
          </a:p>
          <a:p>
            <a:pPr marL="0" indent="0">
              <a:buClr>
                <a:srgbClr val="000000"/>
              </a:buClr>
              <a:buSzPts val="2800"/>
              <a:buNone/>
            </a:pPr>
            <a:endParaRPr lang="en-US"/>
          </a:p>
          <a:p>
            <a:pPr marL="0" indent="0">
              <a:spcBef>
                <a:spcPts val="0"/>
              </a:spcBef>
              <a:buClr>
                <a:srgbClr val="4EA72E"/>
              </a:buClr>
              <a:buSzPts val="3200"/>
              <a:buNone/>
            </a:pPr>
            <a:endParaRPr lang="en-US"/>
          </a:p>
          <a:p>
            <a:pPr marL="228600" indent="-50800">
              <a:buSzPts val="2800"/>
              <a:buNone/>
            </a:pPr>
            <a:endParaRPr lang="en-US"/>
          </a:p>
          <a:p>
            <a:pPr marL="228600" indent="-50800">
              <a:buSzPts val="2800"/>
              <a:buNone/>
            </a:pPr>
            <a:endParaRPr lang="en-US"/>
          </a:p>
        </p:txBody>
      </p:sp>
      <p:sp>
        <p:nvSpPr>
          <p:cNvPr id="112" name="Google Shape;112;p3">
            <a:extLst>
              <a:ext uri="{FF2B5EF4-FFF2-40B4-BE49-F238E27FC236}">
                <a16:creationId xmlns:a16="http://schemas.microsoft.com/office/drawing/2014/main" id="{4583E978-BA28-4B28-2743-94C2E3A61E3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4642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Other logical operators</a:t>
            </a:r>
            <a:endParaRPr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  <p:sp>
        <p:nvSpPr>
          <p:cNvPr id="111" name="Google Shape;111;p33"/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0964450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What if we want any 1 of the 2 things to be true at the same time, not forcing them both to be true?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/>
              <a:t>We use such saying everyday life pretty easily.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/>
              <a:t>"You can play only on fridays or when you finished homework."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/>
              <a:t>Rearranging the words:</a:t>
            </a:r>
            <a:endParaRPr/>
          </a:p>
          <a:p>
            <a:pPr marL="34290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/>
              <a:t>If it is friday or your study is finished, you can play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/>
              <a:t>Now, the same thing programmatically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-US" sz="2200"/>
              <a:t>int isFriday = 0; // can be 0 or 1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-US" sz="2200"/>
              <a:t>int homeworkDone = 1; // same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-US" sz="2200"/>
              <a:t>if (isFriday || homeworkDone)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-US" sz="2200"/>
              <a:t>    printf("You can play!\n");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EA72E"/>
              </a:buClr>
              <a:buSzPts val="32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112" name="Google Shape;112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|| (logical OR) operator</a:t>
            </a:r>
            <a:endParaRPr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  <p:sp>
        <p:nvSpPr>
          <p:cNvPr id="118" name="Google Shape;118;p34"/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0964450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dirty="0"/>
              <a:t>"You can play only on </a:t>
            </a:r>
            <a:r>
              <a:rPr lang="en-US" dirty="0" err="1"/>
              <a:t>fridays</a:t>
            </a:r>
            <a:r>
              <a:rPr lang="en-US" dirty="0"/>
              <a:t> or when you finished homework."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dirty="0"/>
              <a:t>Rearranging the words:</a:t>
            </a:r>
            <a:endParaRPr dirty="0"/>
          </a:p>
          <a:p>
            <a:pPr marL="34290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dirty="0"/>
              <a:t>If it is </a:t>
            </a:r>
            <a:r>
              <a:rPr lang="en-US" dirty="0" err="1"/>
              <a:t>friday</a:t>
            </a:r>
            <a:r>
              <a:rPr lang="en-US" dirty="0"/>
              <a:t> or your study is finished, you can play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dirty="0"/>
              <a:t>Now, the same thing programmatically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-US" sz="2200" dirty="0"/>
              <a:t>int </a:t>
            </a:r>
            <a:r>
              <a:rPr lang="en-US" sz="2200" dirty="0" err="1"/>
              <a:t>isFriday</a:t>
            </a:r>
            <a:r>
              <a:rPr lang="en-US" sz="2200" dirty="0"/>
              <a:t> = 0; // can be 0 or 1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-US" sz="2200" dirty="0"/>
              <a:t>int </a:t>
            </a:r>
            <a:r>
              <a:rPr lang="en-US" sz="2200" dirty="0" err="1"/>
              <a:t>homeworkDone</a:t>
            </a:r>
            <a:r>
              <a:rPr lang="en-US" sz="2200" dirty="0"/>
              <a:t> = 1; // same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-US" sz="2200" dirty="0"/>
              <a:t>if (</a:t>
            </a:r>
            <a:r>
              <a:rPr lang="en-US" sz="2200" dirty="0" err="1"/>
              <a:t>isFriday</a:t>
            </a:r>
            <a:r>
              <a:rPr lang="en-US" sz="2200" dirty="0"/>
              <a:t> || </a:t>
            </a:r>
            <a:r>
              <a:rPr lang="en-US" sz="2200" dirty="0" err="1"/>
              <a:t>homeworkDone</a:t>
            </a:r>
            <a:r>
              <a:rPr lang="en-US" sz="2200" dirty="0"/>
              <a:t>)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-US" sz="2200" dirty="0"/>
              <a:t>    </a:t>
            </a:r>
            <a:r>
              <a:rPr lang="en-US" sz="2200" dirty="0" err="1"/>
              <a:t>printf</a:t>
            </a:r>
            <a:r>
              <a:rPr lang="en-US" sz="2200" dirty="0"/>
              <a:t>("You can play!\n");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dirty="0"/>
              <a:t>The above syntax is read as if </a:t>
            </a:r>
            <a:r>
              <a:rPr lang="en-US" dirty="0" err="1"/>
              <a:t>isFriday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or</a:t>
            </a:r>
            <a:r>
              <a:rPr lang="en-US" dirty="0"/>
              <a:t> </a:t>
            </a:r>
            <a:r>
              <a:rPr lang="en-US" dirty="0" err="1"/>
              <a:t>homeworkDone</a:t>
            </a:r>
            <a:r>
              <a:rPr lang="en-US" dirty="0"/>
              <a:t>, do sth...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dirty="0"/>
              <a:t>Logical OR results true if at least 1 of the conditions involved is true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dirty="0"/>
          </a:p>
        </p:txBody>
      </p:sp>
      <p:sp>
        <p:nvSpPr>
          <p:cNvPr id="119" name="Google Shape;119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! (logical NOT) operator</a:t>
            </a:r>
            <a:endParaRPr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  <p:sp>
        <p:nvSpPr>
          <p:cNvPr id="132" name="Google Shape;132;p36"/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0964450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dirty="0"/>
              <a:t>Not operator, expressed with symbol ‘!’ is used for inverting any logic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-US" sz="2200" dirty="0"/>
              <a:t>int </a:t>
            </a:r>
            <a:r>
              <a:rPr lang="en-US" sz="2200" dirty="0" err="1"/>
              <a:t>isFriday</a:t>
            </a:r>
            <a:r>
              <a:rPr lang="en-US" sz="2200" dirty="0"/>
              <a:t> = 0; // can be 0 or 1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-US" sz="2200" dirty="0"/>
              <a:t>if (!</a:t>
            </a:r>
            <a:r>
              <a:rPr lang="en-US" sz="2200" dirty="0" err="1"/>
              <a:t>isFriday</a:t>
            </a:r>
            <a:r>
              <a:rPr lang="en-US" sz="2200" dirty="0"/>
              <a:t>)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-US" sz="2200" dirty="0"/>
              <a:t>    </a:t>
            </a:r>
            <a:r>
              <a:rPr lang="en-US" sz="2200" dirty="0" err="1"/>
              <a:t>printf</a:t>
            </a:r>
            <a:r>
              <a:rPr lang="en-US" sz="2200" dirty="0"/>
              <a:t>("You cannot play!\n");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dirty="0"/>
              <a:t>The above syntax is read as if not </a:t>
            </a:r>
            <a:r>
              <a:rPr lang="en-US" dirty="0" err="1"/>
              <a:t>isFriday</a:t>
            </a:r>
            <a:r>
              <a:rPr lang="en-US" dirty="0"/>
              <a:t>, do sth...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dirty="0"/>
              <a:t>Logical NOT results true if the truth value after it, either as a single variable or multi-step operation, is false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-US" sz="2200" dirty="0"/>
              <a:t>if (! (5 &gt; 3))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en-US" sz="2200" dirty="0"/>
              <a:t>    </a:t>
            </a:r>
            <a:r>
              <a:rPr lang="en-US" sz="2200" dirty="0" err="1"/>
              <a:t>printf</a:t>
            </a:r>
            <a:r>
              <a:rPr lang="en-US" sz="2200" dirty="0"/>
              <a:t>(" 5 is not greater than 3!\n");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dirty="0"/>
          </a:p>
        </p:txBody>
      </p:sp>
      <p:sp>
        <p:nvSpPr>
          <p:cNvPr id="133" name="Google Shape;133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Logical Operators – Truth Table</a:t>
            </a:r>
            <a:endParaRPr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  <p:sp>
        <p:nvSpPr>
          <p:cNvPr id="192" name="Google Shape;192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93" name="Google Shape;193;p4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The following table summarizes the evaluation of logical operators</a:t>
            </a:r>
            <a:endParaRPr/>
          </a:p>
        </p:txBody>
      </p:sp>
      <p:graphicFrame>
        <p:nvGraphicFramePr>
          <p:cNvPr id="194" name="Google Shape;194;p44"/>
          <p:cNvGraphicFramePr/>
          <p:nvPr>
            <p:extLst>
              <p:ext uri="{D42A27DB-BD31-4B8C-83A1-F6EECF244321}">
                <p14:modId xmlns:p14="http://schemas.microsoft.com/office/powerpoint/2010/main" val="3055381076"/>
              </p:ext>
            </p:extLst>
          </p:nvPr>
        </p:nvGraphicFramePr>
        <p:xfrm>
          <a:off x="1822994" y="3240605"/>
          <a:ext cx="8638500" cy="2766125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72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3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</a:t>
                      </a:r>
                      <a:endParaRPr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</a:t>
                      </a:r>
                      <a:endParaRPr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&amp;&amp; b</a:t>
                      </a:r>
                      <a:endParaRPr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|| b</a:t>
                      </a:r>
                      <a:endParaRPr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!a</a:t>
                      </a:r>
                      <a:endParaRPr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endParaRPr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endParaRPr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endParaRPr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endParaRPr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3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endParaRPr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endParaRPr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endParaRPr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endParaRPr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endParaRPr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</a:t>
                      </a:r>
                      <a:endParaRPr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Combining &amp;&amp; and || operator</a:t>
            </a:r>
            <a:endParaRPr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  <p:sp>
        <p:nvSpPr>
          <p:cNvPr id="139" name="Google Shape;139;p37"/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0964450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/>
              <a:t>To form logic, we can take help of both the operators.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/>
              <a:t>Also, let's understand some common syntax mistakes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/>
              <a:t>Let x = 3 , y = 4 , and z = 2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140" name="Google Shape;140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graphicFrame>
        <p:nvGraphicFramePr>
          <p:cNvPr id="141" name="Google Shape;141;p37"/>
          <p:cNvGraphicFramePr/>
          <p:nvPr>
            <p:extLst>
              <p:ext uri="{D42A27DB-BD31-4B8C-83A1-F6EECF244321}">
                <p14:modId xmlns:p14="http://schemas.microsoft.com/office/powerpoint/2010/main" val="1934751922"/>
              </p:ext>
            </p:extLst>
          </p:nvPr>
        </p:nvGraphicFramePr>
        <p:xfrm>
          <a:off x="1371600" y="3062514"/>
          <a:ext cx="9017125" cy="3292875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322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English Statement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 code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Evaluation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  <a:sym typeface="Cambria"/>
                        </a:rPr>
                        <a:t>x and y are greater than z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  <a:sym typeface="Cambria"/>
                        </a:rPr>
                        <a:t>x is equal to 3 or 1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  <a:sym typeface="Cambria"/>
                        </a:rPr>
                        <a:t>x is in the range z to y ,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  <a:sym typeface="Cambria"/>
                        </a:rPr>
                        <a:t>inclusive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9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  <a:sym typeface="Cambria"/>
                        </a:rPr>
                        <a:t>x is outside the range z to y 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9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b="0" i="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Combining &amp;&amp; and || operator</a:t>
            </a:r>
            <a:endParaRPr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  <p:sp>
        <p:nvSpPr>
          <p:cNvPr id="147" name="Google Shape;147;p38"/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0964450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/>
              <a:t>To form logic, we can take help of both the operators.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/>
              <a:t>Also, let's understand some common syntax mistakes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/>
              <a:t>Let x = 3 , y = 4 , and z = 2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148" name="Google Shape;148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graphicFrame>
        <p:nvGraphicFramePr>
          <p:cNvPr id="149" name="Google Shape;149;p38"/>
          <p:cNvGraphicFramePr/>
          <p:nvPr>
            <p:extLst>
              <p:ext uri="{D42A27DB-BD31-4B8C-83A1-F6EECF244321}">
                <p14:modId xmlns:p14="http://schemas.microsoft.com/office/powerpoint/2010/main" val="1119741470"/>
              </p:ext>
            </p:extLst>
          </p:nvPr>
        </p:nvGraphicFramePr>
        <p:xfrm>
          <a:off x="1371600" y="3062514"/>
          <a:ext cx="9017125" cy="3292875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322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English Statement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 code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Evaluation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  <a:sym typeface="Cambria"/>
                        </a:rPr>
                        <a:t>x and y are greater than z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x &gt; z &amp;&amp; y &gt; z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  <a:sym typeface="Cambria"/>
                        </a:rPr>
                        <a:t>x is equal to 3 or 1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x == </a:t>
                      </a:r>
                      <a:r>
                        <a:rPr lang="en-US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|| x == </a:t>
                      </a:r>
                      <a:r>
                        <a:rPr lang="en-US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  <a:sym typeface="Cambria"/>
                        </a:rPr>
                        <a:t>x is in the range z to y ,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  <a:sym typeface="Cambria"/>
                        </a:rPr>
                        <a:t>inclusive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z &lt;= x &amp;&amp; x &lt;= y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9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  <a:sym typeface="Cambria"/>
                        </a:rPr>
                        <a:t>x is outside the range z to y 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! (</a:t>
                      </a: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sym typeface="Cambria"/>
                        </a:rPr>
                        <a:t>z &lt;= x &amp;&amp; x &lt;= y</a:t>
                      </a: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)</a:t>
                      </a:r>
                      <a:endParaRPr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9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b="0" i="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  <a:cs typeface="Cambria"/>
                        <a:sym typeface="Cambria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x &lt; z || y &lt; x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Short circuit evaluation</a:t>
            </a:r>
            <a:endParaRPr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  <p:sp>
        <p:nvSpPr>
          <p:cNvPr id="155" name="Google Shape;155;p39"/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0964450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/>
              <a:t>Simply put, it is the way of avoiding unnecessary computation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/>
              <a:t>Let x = 3 , y = 4 , and z = 2, t = 1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156" name="Google Shape;156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graphicFrame>
        <p:nvGraphicFramePr>
          <p:cNvPr id="157" name="Google Shape;157;p39"/>
          <p:cNvGraphicFramePr/>
          <p:nvPr>
            <p:extLst>
              <p:ext uri="{D42A27DB-BD31-4B8C-83A1-F6EECF244321}">
                <p14:modId xmlns:p14="http://schemas.microsoft.com/office/powerpoint/2010/main" val="3672996271"/>
              </p:ext>
            </p:extLst>
          </p:nvPr>
        </p:nvGraphicFramePr>
        <p:xfrm>
          <a:off x="1386114" y="2728686"/>
          <a:ext cx="9017125" cy="33076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322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English Statement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 code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Evaluation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  <a:sym typeface="Cambria"/>
                        </a:rPr>
                        <a:t>t and y are greater than z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 &gt; z &amp;&amp; y &gt; z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 </a:t>
                      </a:r>
                      <a:r>
                        <a:rPr lang="en-US" sz="2000" u="none" strike="noStrike" cap="none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&amp;&amp; 1</a:t>
                      </a: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= 0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  <a:sym typeface="Cambria"/>
                        </a:rPr>
                        <a:t>x is equal to 3 or 1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x == </a:t>
                      </a:r>
                      <a:r>
                        <a:rPr lang="en-US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|| x == </a:t>
                      </a:r>
                      <a:r>
                        <a:rPr lang="en-US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 </a:t>
                      </a:r>
                      <a:r>
                        <a:rPr lang="en-US" sz="2000" u="none" strike="noStrike" cap="none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|| 0</a:t>
                      </a: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= 1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7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  <a:sym typeface="Cambria"/>
                        </a:rPr>
                        <a:t>x is in the range z to y ,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  <a:sym typeface="Cambria"/>
                        </a:rPr>
                        <a:t>inclusive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z &lt;= x &amp;&amp; x &lt;= y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 &amp;&amp; 1 = 1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2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  <a:sym typeface="Cambria"/>
                        </a:rPr>
                        <a:t>x is outside the range z to y </a:t>
                      </a:r>
                      <a:endParaRPr sz="20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! (</a:t>
                      </a: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sym typeface="Cambria"/>
                        </a:rPr>
                        <a:t>z &lt;= x &amp;&amp; x &lt;= y</a:t>
                      </a: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)</a:t>
                      </a:r>
                      <a:endParaRPr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! (1 &amp;&amp; 1) = !1 = 0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2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sym typeface="Cambria"/>
                        </a:rPr>
                        <a:t>t is outside the range z to y</a:t>
                      </a:r>
                      <a:endParaRPr sz="14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 &lt; z || y &lt; t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 </a:t>
                      </a:r>
                      <a:r>
                        <a:rPr lang="en-US" sz="2000" u="none" strike="noStrike" cap="none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|| 0</a:t>
                      </a:r>
                      <a:r>
                        <a:rPr lang="en-US" sz="20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= 1</a:t>
                      </a:r>
                      <a:endParaRPr sz="20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Short circuit evaluation</a:t>
            </a:r>
            <a:endParaRPr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  <p:sp>
        <p:nvSpPr>
          <p:cNvPr id="163" name="Google Shape;163;p40"/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0964450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/>
              <a:t>Let x = 3 , y = 4 , and z = 2, t = 1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Notice that evaluating the red marked portion is unnecessary, the result had been decided already.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164" name="Google Shape;164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graphicFrame>
        <p:nvGraphicFramePr>
          <p:cNvPr id="165" name="Google Shape;165;p40"/>
          <p:cNvGraphicFramePr/>
          <p:nvPr>
            <p:extLst>
              <p:ext uri="{D42A27DB-BD31-4B8C-83A1-F6EECF244321}">
                <p14:modId xmlns:p14="http://schemas.microsoft.com/office/powerpoint/2010/main" val="1327996835"/>
              </p:ext>
            </p:extLst>
          </p:nvPr>
        </p:nvGraphicFramePr>
        <p:xfrm>
          <a:off x="1386114" y="2960914"/>
          <a:ext cx="9017125" cy="3076275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322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English Statement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 code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Evaluation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  <a:sym typeface="Cambria"/>
                        </a:rPr>
                        <a:t>t and y are greater than z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 &gt; z &amp;&amp; y &gt; z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 </a:t>
                      </a:r>
                      <a:r>
                        <a:rPr lang="en-US" sz="2000" u="none" strike="noStrike" cap="none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&amp;&amp; 1</a:t>
                      </a: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= 0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  <a:sym typeface="Cambria"/>
                        </a:rPr>
                        <a:t>x is equal to 3 or 1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x == </a:t>
                      </a:r>
                      <a:r>
                        <a:rPr lang="en-US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|| x == </a:t>
                      </a:r>
                      <a:r>
                        <a:rPr lang="en-US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 </a:t>
                      </a:r>
                      <a:r>
                        <a:rPr lang="en-US" sz="2000" u="none" strike="noStrike" cap="none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|| 0</a:t>
                      </a: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= 1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  <a:sym typeface="Cambria"/>
                        </a:rPr>
                        <a:t>x is in the range z to y ,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  <a:sym typeface="Cambria"/>
                        </a:rPr>
                        <a:t>inclusive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z &lt;= x &amp;&amp; x &lt;= y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 &amp;&amp; 1 = 1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  <a:sym typeface="Cambria"/>
                        </a:rPr>
                        <a:t>x is outside the range z to y </a:t>
                      </a:r>
                      <a:endParaRPr sz="20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! (</a:t>
                      </a: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sym typeface="Cambria"/>
                        </a:rPr>
                        <a:t>z &lt;= x &amp;&amp; x &lt;= y</a:t>
                      </a: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)</a:t>
                      </a:r>
                      <a:endParaRPr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! (1 &amp;&amp; 1) = !1 = 0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sym typeface="Cambria"/>
                        </a:rPr>
                        <a:t>t is outside the range z to y</a:t>
                      </a:r>
                      <a:endParaRPr sz="14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 &lt; z || y &lt; t</a:t>
                      </a:r>
                      <a:endParaRPr sz="2000" u="none" strike="noStrike" cap="none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 </a:t>
                      </a:r>
                      <a:r>
                        <a:rPr lang="en-US" sz="2000" u="none" strike="noStrike" cap="none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|| 0</a:t>
                      </a:r>
                      <a:r>
                        <a:rPr lang="en-US" sz="20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= 1</a:t>
                      </a:r>
                      <a:endParaRPr sz="20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Short circuit evaluation</a:t>
            </a:r>
            <a:endParaRPr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  <p:sp>
        <p:nvSpPr>
          <p:cNvPr id="171" name="Google Shape;171;p41"/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0964450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dirty="0"/>
              <a:t>It allows you to write code cleanly. Watch this.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 dirty="0"/>
              <a:t>if (b/a &gt; 3)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 dirty="0"/>
              <a:t> do stuff</a:t>
            </a:r>
            <a:endParaRPr sz="2400"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Is this code safe? </a:t>
            </a:r>
          </a:p>
        </p:txBody>
      </p:sp>
      <p:sp>
        <p:nvSpPr>
          <p:cNvPr id="172" name="Google Shape;172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5E096F4F-04FB-A4C1-354A-0A818E95B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1">
            <a:extLst>
              <a:ext uri="{FF2B5EF4-FFF2-40B4-BE49-F238E27FC236}">
                <a16:creationId xmlns:a16="http://schemas.microsoft.com/office/drawing/2014/main" id="{8FFA9CE9-1E05-3BF4-DA73-98FD6DF2CE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Short circuit evaluation</a:t>
            </a:r>
            <a:endParaRPr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  <p:sp>
        <p:nvSpPr>
          <p:cNvPr id="171" name="Google Shape;171;p41">
            <a:extLst>
              <a:ext uri="{FF2B5EF4-FFF2-40B4-BE49-F238E27FC236}">
                <a16:creationId xmlns:a16="http://schemas.microsoft.com/office/drawing/2014/main" id="{7B7661CC-1EF8-AC85-55FC-E4F06E040D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0964450" cy="433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dirty="0"/>
              <a:t>It allows you to write code cleanly. Watch this.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 dirty="0"/>
              <a:t>if (b/a &gt; 3)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 dirty="0"/>
              <a:t> do stuff</a:t>
            </a:r>
            <a:endParaRPr sz="2400"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Is this code safe?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Mostly yes, but unsafe if a == 0. Division by zero will cause crash.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Given that we learned how to combine logics, we put an additional check of a != 0.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if ( (b/a &gt; 3) &amp;&amp; (a != 0) 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 do stuff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Looks good?</a:t>
            </a:r>
            <a:endParaRPr dirty="0"/>
          </a:p>
        </p:txBody>
      </p:sp>
      <p:sp>
        <p:nvSpPr>
          <p:cNvPr id="172" name="Google Shape;172;p41">
            <a:extLst>
              <a:ext uri="{FF2B5EF4-FFF2-40B4-BE49-F238E27FC236}">
                <a16:creationId xmlns:a16="http://schemas.microsoft.com/office/drawing/2014/main" id="{D65C5E30-34C6-8DCF-3952-E2FA55ADE89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53941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Short circuit evaluation</a:t>
            </a:r>
            <a:endParaRPr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  <p:sp>
        <p:nvSpPr>
          <p:cNvPr id="178" name="Google Shape;178;p42"/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0964450" cy="464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dirty="0"/>
              <a:t>It allows you to write code cleanly. Watch this.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 dirty="0"/>
              <a:t>if (b/a &gt; 3)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 dirty="0"/>
              <a:t> do stuff</a:t>
            </a:r>
            <a:endParaRPr sz="2400"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Is this code safe? No, if a == 0. Division by zero will cause crash.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dirty="0"/>
              <a:t>Given that we learned how to combine logics, we put an additional check of a != 0.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if ( (b/a &gt; 3) &amp;&amp; (a != 0) 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 do stuff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Looks good?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Maybe it "looks" good, but functionally it suffers the same problem.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The moment we evaluate b/a, even before just checking &gt;3, let alone a != 0, we already caused the same crash due to div by 0.</a:t>
            </a:r>
            <a:endParaRPr dirty="0"/>
          </a:p>
        </p:txBody>
      </p:sp>
      <p:sp>
        <p:nvSpPr>
          <p:cNvPr id="179" name="Google Shape;179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Short circuit evaluation</a:t>
            </a:r>
            <a:endParaRPr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  <p:sp>
        <p:nvSpPr>
          <p:cNvPr id="185" name="Google Shape;185;p43"/>
          <p:cNvSpPr txBox="1">
            <a:spLocks noGrp="1"/>
          </p:cNvSpPr>
          <p:nvPr>
            <p:ph type="body" idx="1"/>
          </p:nvPr>
        </p:nvSpPr>
        <p:spPr>
          <a:xfrm>
            <a:off x="598118" y="1710802"/>
            <a:ext cx="10964450" cy="4782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</a:pPr>
            <a:r>
              <a:rPr lang="en-US" dirty="0"/>
              <a:t>Given that we learned how to combine logics, we put an additional check of a != 0.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if ( (b/a &gt; 3) &amp;&amp; (a != 0) 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 do stuff</a:t>
            </a:r>
            <a:endParaRPr dirty="0"/>
          </a:p>
          <a:p>
            <a:pPr marL="342900">
              <a:spcBef>
                <a:spcPts val="0"/>
              </a:spcBef>
            </a:pPr>
            <a:r>
              <a:rPr lang="en-US" dirty="0"/>
              <a:t>The moment we evaluate b/a, even before just checking &gt;3, let alone a != 0, we already caused the same crash due to div by 0.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What to do then? 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Formally, use short circuit evaluation.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Informally, make all the safety checks first.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if ( (a != 0) &amp;&amp; (b/a &gt; 3) 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dirty="0"/>
              <a:t> do stuff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If a is indeed 0, the evaluation will become 0 &amp;&amp; something, which will always lead to false therefore never even computed, so no crash.</a:t>
            </a:r>
            <a:endParaRPr dirty="0"/>
          </a:p>
        </p:txBody>
      </p:sp>
      <p:sp>
        <p:nvSpPr>
          <p:cNvPr id="186" name="Google Shape;186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Logical Operators – Precedence</a:t>
            </a:r>
            <a:endParaRPr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  <p:sp>
        <p:nvSpPr>
          <p:cNvPr id="200" name="Google Shape;200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01" name="Google Shape;201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/>
              <a:t>The precedence of logical operators are as follows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!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&amp;&amp;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||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Any arithmetic </a:t>
            </a:r>
            <a:r>
              <a:rPr lang="en-US" dirty="0"/>
              <a:t>operators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/>
              <a:t>I personally never follow this precedence, I always put </a:t>
            </a:r>
            <a:r>
              <a:rPr lang="en-US" dirty="0" err="1"/>
              <a:t>parantheses</a:t>
            </a:r>
            <a:r>
              <a:rPr lang="en-US" dirty="0"/>
              <a:t> around my code to physically ensure the order.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1660</Words>
  <Application>Microsoft Office PowerPoint</Application>
  <PresentationFormat>Widescreen</PresentationFormat>
  <Paragraphs>256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Cambria</vt:lpstr>
      <vt:lpstr>Office Theme</vt:lpstr>
      <vt:lpstr>CSE115 Programming Language I</vt:lpstr>
      <vt:lpstr>Recap</vt:lpstr>
      <vt:lpstr>nested if</vt:lpstr>
      <vt:lpstr>else-if</vt:lpstr>
      <vt:lpstr>Logical Operator - AND</vt:lpstr>
      <vt:lpstr>Other logical operators</vt:lpstr>
      <vt:lpstr>|| (logical OR) operator</vt:lpstr>
      <vt:lpstr>! (logical NOT) operator</vt:lpstr>
      <vt:lpstr>Logical Operators – Truth Table</vt:lpstr>
      <vt:lpstr>Combining &amp;&amp; and || operator</vt:lpstr>
      <vt:lpstr>Combining &amp;&amp; and || operator</vt:lpstr>
      <vt:lpstr>Short circuit evaluation</vt:lpstr>
      <vt:lpstr>Short circuit evaluation</vt:lpstr>
      <vt:lpstr>Short circuit evaluation</vt:lpstr>
      <vt:lpstr>Short circuit evaluation</vt:lpstr>
      <vt:lpstr>Short circuit evaluation</vt:lpstr>
      <vt:lpstr>Short circuit evaluation</vt:lpstr>
      <vt:lpstr>Logical Operators – Precedence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CSE115 Programming Language I</dc:title>
  <dc:creator>Mohaiminul Islam</dc:creator>
  <cp:lastModifiedBy>Md Mohaiminul Islam</cp:lastModifiedBy>
  <cp:revision>1273</cp:revision>
  <dcterms:created xsi:type="dcterms:W3CDTF">2026-06-03T23:57:42Z</dcterms:created>
  <dcterms:modified xsi:type="dcterms:W3CDTF">2026-10-05T23:50:27Z</dcterms:modified>
</cp:coreProperties>
</file>