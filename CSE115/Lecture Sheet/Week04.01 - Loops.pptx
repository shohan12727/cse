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357" r:id="rId4"/>
    <p:sldId id="358" r:id="rId5"/>
    <p:sldId id="341" r:id="rId6"/>
    <p:sldId id="354" r:id="rId7"/>
    <p:sldId id="355" r:id="rId8"/>
    <p:sldId id="359" r:id="rId9"/>
    <p:sldId id="356" r:id="rId10"/>
    <p:sldId id="360" r:id="rId11"/>
    <p:sldId id="361" r:id="rId12"/>
    <p:sldId id="362" r:id="rId13"/>
    <p:sldId id="363" r:id="rId14"/>
    <p:sldId id="364" r:id="rId15"/>
    <p:sldId id="366" r:id="rId16"/>
    <p:sldId id="365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80" r:id="rId25"/>
    <p:sldId id="38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zRR7+2CI9s5OSZtfk0dAkjcI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B84"/>
    <a:srgbClr val="E0E384"/>
    <a:srgbClr val="E39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6FD44-AA25-059D-0964-A26BFD4A37F1}" v="2343" dt="2026-07-02T02:07:56.457"/>
    <p1510:client id="{139883CE-4DFF-3C5E-456A-2D4C79DB0CFD}" v="346" dt="2026-07-03T16:22:29.162"/>
    <p1510:client id="{41A59D16-25AB-75E0-496D-A717532FFF7A}" v="372" dt="2026-07-03T16:05:29.495"/>
    <p1510:client id="{9CE51FA1-9EFF-CE31-0C9C-FF6A59759864}" v="2003" dt="2026-07-04T00:44:24.618"/>
  </p1510:revLst>
</p1510:revInfo>
</file>

<file path=ppt/tableStyles.xml><?xml version="1.0" encoding="utf-8"?>
<a:tblStyleLst xmlns:a="http://schemas.openxmlformats.org/drawingml/2006/main" def="{197647FD-0D6F-481F-B61F-CDA2E27D22BF}">
  <a:tblStyle styleId="{197647FD-0D6F-481F-B61F-CDA2E27D22BF}" styleName="Table_0">
    <a:wholeTbl>
      <a:tcTxStyle b="off" i="off">
        <a:font>
          <a:latin typeface="Cambria"/>
          <a:ea typeface="Cambria"/>
          <a:cs typeface="Cambr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7"/>
          </a:solidFill>
        </a:fill>
      </a:tcStyle>
    </a:wholeTbl>
    <a:band1H>
      <a:tcTxStyle/>
      <a:tcStyle>
        <a:tcBdr/>
        <a:fill>
          <a:solidFill>
            <a:srgbClr val="CBD3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3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iminul Islam" userId="S::mohaiminul.islam@northsouth.edu::b8c578dd-123e-4080-8513-c25e2f552200" providerId="AD" clId="Web-{0E16FD44-AA25-059D-0964-A26BFD4A37F1}"/>
    <pc:docChg chg="addSld delSld modSld sldOrd">
      <pc:chgData name="Mohaiminul Islam" userId="S::mohaiminul.islam@northsouth.edu::b8c578dd-123e-4080-8513-c25e2f552200" providerId="AD" clId="Web-{0E16FD44-AA25-059D-0964-A26BFD4A37F1}" dt="2026-07-02T02:07:56.457" v="2363" actId="20577"/>
      <pc:docMkLst>
        <pc:docMk/>
      </pc:docMkLst>
      <pc:sldChg chg="modSp">
        <pc:chgData name="Mohaiminul Islam" userId="S::mohaiminul.islam@northsouth.edu::b8c578dd-123e-4080-8513-c25e2f552200" providerId="AD" clId="Web-{0E16FD44-AA25-059D-0964-A26BFD4A37F1}" dt="2026-07-01T18:08:52.545" v="1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0E16FD44-AA25-059D-0964-A26BFD4A37F1}" dt="2026-07-01T18:08:52.545" v="1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0E16FD44-AA25-059D-0964-A26BFD4A37F1}" dt="2026-07-01T23:15:51.916" v="607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0E16FD44-AA25-059D-0964-A26BFD4A37F1}" dt="2026-07-01T18:18:08.753" v="48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0E16FD44-AA25-059D-0964-A26BFD4A37F1}" dt="2026-07-01T23:15:51.916" v="607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 add replId">
        <pc:chgData name="Mohaiminul Islam" userId="S::mohaiminul.islam@northsouth.edu::b8c578dd-123e-4080-8513-c25e2f552200" providerId="AD" clId="Web-{0E16FD44-AA25-059D-0964-A26BFD4A37F1}" dt="2026-07-01T23:20:09.988" v="723" actId="20577"/>
        <pc:sldMkLst>
          <pc:docMk/>
          <pc:sldMk cId="1117057801" sldId="341"/>
        </pc:sldMkLst>
        <pc:spChg chg="mod">
          <ac:chgData name="Mohaiminul Islam" userId="S::mohaiminul.islam@northsouth.edu::b8c578dd-123e-4080-8513-c25e2f552200" providerId="AD" clId="Web-{0E16FD44-AA25-059D-0964-A26BFD4A37F1}" dt="2026-07-01T23:15:39.463" v="603" actId="20577"/>
          <ac:spMkLst>
            <pc:docMk/>
            <pc:sldMk cId="1117057801" sldId="341"/>
            <ac:spMk id="110" creationId="{9F36FB96-9DBE-8BF7-F33C-F87D9AF98567}"/>
          </ac:spMkLst>
        </pc:spChg>
        <pc:spChg chg="mod">
          <ac:chgData name="Mohaiminul Islam" userId="S::mohaiminul.islam@northsouth.edu::b8c578dd-123e-4080-8513-c25e2f552200" providerId="AD" clId="Web-{0E16FD44-AA25-059D-0964-A26BFD4A37F1}" dt="2026-07-01T23:20:09.988" v="723" actId="20577"/>
          <ac:spMkLst>
            <pc:docMk/>
            <pc:sldMk cId="1117057801" sldId="341"/>
            <ac:spMk id="111" creationId="{1AC2A792-F439-12FB-E79D-875D8123AE64}"/>
          </ac:spMkLst>
        </pc:spChg>
      </pc:sldChg>
    </pc:docChg>
  </pc:docChgLst>
  <pc:docChgLst>
    <pc:chgData name="Mohaiminul Islam" userId="S::mohaiminul.islam@northsouth.edu::b8c578dd-123e-4080-8513-c25e2f552200" providerId="AD" clId="Web-{139883CE-4DFF-3C5E-456A-2D4C79DB0CFD}"/>
    <pc:docChg chg="addSld delSld modSld sldOrd">
      <pc:chgData name="Mohaiminul Islam" userId="S::mohaiminul.islam@northsouth.edu::b8c578dd-123e-4080-8513-c25e2f552200" providerId="AD" clId="Web-{139883CE-4DFF-3C5E-456A-2D4C79DB0CFD}" dt="2026-07-03T16:22:29.162" v="343" actId="20577"/>
      <pc:docMkLst>
        <pc:docMk/>
      </pc:docMkLst>
      <pc:sldChg chg="modSp">
        <pc:chgData name="Mohaiminul Islam" userId="S::mohaiminul.islam@northsouth.edu::b8c578dd-123e-4080-8513-c25e2f552200" providerId="AD" clId="Web-{139883CE-4DFF-3C5E-456A-2D4C79DB0CFD}" dt="2026-07-03T16:22:29.162" v="343" actId="20577"/>
        <pc:sldMkLst>
          <pc:docMk/>
          <pc:sldMk cId="3503372154" sldId="353"/>
        </pc:sldMkLst>
        <pc:spChg chg="mod">
          <ac:chgData name="Mohaiminul Islam" userId="S::mohaiminul.islam@northsouth.edu::b8c578dd-123e-4080-8513-c25e2f552200" providerId="AD" clId="Web-{139883CE-4DFF-3C5E-456A-2D4C79DB0CFD}" dt="2026-07-03T16:22:29.162" v="343" actId="20577"/>
          <ac:spMkLst>
            <pc:docMk/>
            <pc:sldMk cId="3503372154" sldId="353"/>
            <ac:spMk id="2" creationId="{72D5BAB2-36E8-199F-8365-9F620DB28153}"/>
          </ac:spMkLst>
        </pc:spChg>
      </pc:sldChg>
      <pc:sldChg chg="addSp delSp modSp">
        <pc:chgData name="Mohaiminul Islam" userId="S::mohaiminul.islam@northsouth.edu::b8c578dd-123e-4080-8513-c25e2f552200" providerId="AD" clId="Web-{139883CE-4DFF-3C5E-456A-2D4C79DB0CFD}" dt="2026-07-03T16:07:03.142" v="9" actId="1076"/>
        <pc:sldMkLst>
          <pc:docMk/>
          <pc:sldMk cId="114667221" sldId="354"/>
        </pc:sldMkLst>
        <pc:spChg chg="add del mod">
          <ac:chgData name="Mohaiminul Islam" userId="S::mohaiminul.islam@northsouth.edu::b8c578dd-123e-4080-8513-c25e2f552200" providerId="AD" clId="Web-{139883CE-4DFF-3C5E-456A-2D4C79DB0CFD}" dt="2026-07-03T16:06:39.923" v="6"/>
          <ac:spMkLst>
            <pc:docMk/>
            <pc:sldMk cId="114667221" sldId="354"/>
            <ac:spMk id="14" creationId="{238693E5-D3D1-73E0-8E81-29535E0BA038}"/>
          </ac:spMkLst>
        </pc:spChg>
        <pc:spChg chg="add">
          <ac:chgData name="Mohaiminul Islam" userId="S::mohaiminul.islam@northsouth.edu::b8c578dd-123e-4080-8513-c25e2f552200" providerId="AD" clId="Web-{139883CE-4DFF-3C5E-456A-2D4C79DB0CFD}" dt="2026-07-03T16:06:56.876" v="8"/>
          <ac:spMkLst>
            <pc:docMk/>
            <pc:sldMk cId="114667221" sldId="354"/>
            <ac:spMk id="16" creationId="{1D1C5B52-04AD-1FAF-FB59-AF02313F0466}"/>
          </ac:spMkLst>
        </pc:spChg>
        <pc:spChg chg="add">
          <ac:chgData name="Mohaiminul Islam" userId="S::mohaiminul.islam@northsouth.edu::b8c578dd-123e-4080-8513-c25e2f552200" providerId="AD" clId="Web-{139883CE-4DFF-3C5E-456A-2D4C79DB0CFD}" dt="2026-07-03T16:06:56.876" v="8"/>
          <ac:spMkLst>
            <pc:docMk/>
            <pc:sldMk cId="114667221" sldId="354"/>
            <ac:spMk id="18" creationId="{870791E1-D62E-1AEB-4F22-F2D6ED79EF2C}"/>
          </ac:spMkLst>
        </pc:spChg>
        <pc:spChg chg="add">
          <ac:chgData name="Mohaiminul Islam" userId="S::mohaiminul.islam@northsouth.edu::b8c578dd-123e-4080-8513-c25e2f552200" providerId="AD" clId="Web-{139883CE-4DFF-3C5E-456A-2D4C79DB0CFD}" dt="2026-07-03T16:06:56.876" v="8"/>
          <ac:spMkLst>
            <pc:docMk/>
            <pc:sldMk cId="114667221" sldId="354"/>
            <ac:spMk id="19" creationId="{C587A025-8547-7A7A-9A69-491404E5EBBA}"/>
          </ac:spMkLst>
        </pc:spChg>
        <pc:spChg chg="add">
          <ac:chgData name="Mohaiminul Islam" userId="S::mohaiminul.islam@northsouth.edu::b8c578dd-123e-4080-8513-c25e2f552200" providerId="AD" clId="Web-{139883CE-4DFF-3C5E-456A-2D4C79DB0CFD}" dt="2026-07-03T16:06:56.876" v="8"/>
          <ac:spMkLst>
            <pc:docMk/>
            <pc:sldMk cId="114667221" sldId="354"/>
            <ac:spMk id="20" creationId="{E3E94FC4-5906-60DD-3C99-F08A331F038C}"/>
          </ac:spMkLst>
        </pc:spChg>
        <pc:spChg chg="add">
          <ac:chgData name="Mohaiminul Islam" userId="S::mohaiminul.islam@northsouth.edu::b8c578dd-123e-4080-8513-c25e2f552200" providerId="AD" clId="Web-{139883CE-4DFF-3C5E-456A-2D4C79DB0CFD}" dt="2026-07-03T16:06:56.876" v="8"/>
          <ac:spMkLst>
            <pc:docMk/>
            <pc:sldMk cId="114667221" sldId="354"/>
            <ac:spMk id="21" creationId="{11EF1565-3948-41A6-EAE0-1B0B39CBAA26}"/>
          </ac:spMkLst>
        </pc:spChg>
        <pc:spChg chg="del">
          <ac:chgData name="Mohaiminul Islam" userId="S::mohaiminul.islam@northsouth.edu::b8c578dd-123e-4080-8513-c25e2f552200" providerId="AD" clId="Web-{139883CE-4DFF-3C5E-456A-2D4C79DB0CFD}" dt="2026-07-03T16:06:14.140" v="3"/>
          <ac:spMkLst>
            <pc:docMk/>
            <pc:sldMk cId="114667221" sldId="354"/>
            <ac:spMk id="111" creationId="{4E447F72-A921-84D6-0064-59DD29436B2C}"/>
          </ac:spMkLst>
        </pc:spChg>
        <pc:grpChg chg="del mod">
          <ac:chgData name="Mohaiminul Islam" userId="S::mohaiminul.islam@northsouth.edu::b8c578dd-123e-4080-8513-c25e2f552200" providerId="AD" clId="Web-{139883CE-4DFF-3C5E-456A-2D4C79DB0CFD}" dt="2026-07-03T16:06:43.673" v="7"/>
          <ac:grpSpMkLst>
            <pc:docMk/>
            <pc:sldMk cId="114667221" sldId="354"/>
            <ac:grpSpMk id="2" creationId="{F227320C-A144-0710-0757-F097DE67083E}"/>
          </ac:grpSpMkLst>
        </pc:grpChg>
        <pc:grpChg chg="add mod">
          <ac:chgData name="Mohaiminul Islam" userId="S::mohaiminul.islam@northsouth.edu::b8c578dd-123e-4080-8513-c25e2f552200" providerId="AD" clId="Web-{139883CE-4DFF-3C5E-456A-2D4C79DB0CFD}" dt="2026-07-03T16:07:03.142" v="9" actId="1076"/>
          <ac:grpSpMkLst>
            <pc:docMk/>
            <pc:sldMk cId="114667221" sldId="354"/>
            <ac:grpSpMk id="15" creationId="{3F19458D-D2FE-2B01-971D-34633AE3D520}"/>
          </ac:grpSpMkLst>
        </pc:grpChg>
        <pc:cxnChg chg="mod">
          <ac:chgData name="Mohaiminul Islam" userId="S::mohaiminul.islam@northsouth.edu::b8c578dd-123e-4080-8513-c25e2f552200" providerId="AD" clId="Web-{139883CE-4DFF-3C5E-456A-2D4C79DB0CFD}" dt="2026-07-03T16:06:43.673" v="7"/>
          <ac:cxnSpMkLst>
            <pc:docMk/>
            <pc:sldMk cId="114667221" sldId="354"/>
            <ac:cxnSpMk id="10" creationId="{35F9FD7D-CD02-3BD3-4A48-2927F22A9F38}"/>
          </ac:cxnSpMkLst>
        </pc:cxnChg>
        <pc:cxnChg chg="mod">
          <ac:chgData name="Mohaiminul Islam" userId="S::mohaiminul.islam@northsouth.edu::b8c578dd-123e-4080-8513-c25e2f552200" providerId="AD" clId="Web-{139883CE-4DFF-3C5E-456A-2D4C79DB0CFD}" dt="2026-07-03T16:06:34.235" v="5" actId="14100"/>
          <ac:cxnSpMkLst>
            <pc:docMk/>
            <pc:sldMk cId="114667221" sldId="354"/>
            <ac:cxnSpMk id="11" creationId="{97A42294-49F4-5799-C0B3-13E2581DB6C4}"/>
          </ac:cxnSpMkLst>
        </pc:cxnChg>
        <pc:cxnChg chg="add">
          <ac:chgData name="Mohaiminul Islam" userId="S::mohaiminul.islam@northsouth.edu::b8c578dd-123e-4080-8513-c25e2f552200" providerId="AD" clId="Web-{139883CE-4DFF-3C5E-456A-2D4C79DB0CFD}" dt="2026-07-03T16:06:56.876" v="8"/>
          <ac:cxnSpMkLst>
            <pc:docMk/>
            <pc:sldMk cId="114667221" sldId="354"/>
            <ac:cxnSpMk id="17" creationId="{5BA0AE82-AEC5-6AC9-7C53-C0728BCA0625}"/>
          </ac:cxnSpMkLst>
        </pc:cxnChg>
        <pc:cxnChg chg="add">
          <ac:chgData name="Mohaiminul Islam" userId="S::mohaiminul.islam@northsouth.edu::b8c578dd-123e-4080-8513-c25e2f552200" providerId="AD" clId="Web-{139883CE-4DFF-3C5E-456A-2D4C79DB0CFD}" dt="2026-07-03T16:06:56.876" v="8"/>
          <ac:cxnSpMkLst>
            <pc:docMk/>
            <pc:sldMk cId="114667221" sldId="354"/>
            <ac:cxnSpMk id="22" creationId="{91EBB95B-A524-A6FF-0BED-2CAA8D1A49E7}"/>
          </ac:cxnSpMkLst>
        </pc:cxnChg>
        <pc:cxnChg chg="add">
          <ac:chgData name="Mohaiminul Islam" userId="S::mohaiminul.islam@northsouth.edu::b8c578dd-123e-4080-8513-c25e2f552200" providerId="AD" clId="Web-{139883CE-4DFF-3C5E-456A-2D4C79DB0CFD}" dt="2026-07-03T16:06:56.876" v="8"/>
          <ac:cxnSpMkLst>
            <pc:docMk/>
            <pc:sldMk cId="114667221" sldId="354"/>
            <ac:cxnSpMk id="23" creationId="{FC803A5D-E66D-C68F-E384-575E5D178A2B}"/>
          </ac:cxnSpMkLst>
        </pc:cxnChg>
        <pc:cxnChg chg="add">
          <ac:chgData name="Mohaiminul Islam" userId="S::mohaiminul.islam@northsouth.edu::b8c578dd-123e-4080-8513-c25e2f552200" providerId="AD" clId="Web-{139883CE-4DFF-3C5E-456A-2D4C79DB0CFD}" dt="2026-07-03T16:06:56.876" v="8"/>
          <ac:cxnSpMkLst>
            <pc:docMk/>
            <pc:sldMk cId="114667221" sldId="354"/>
            <ac:cxnSpMk id="24" creationId="{C13021C7-D912-6B0B-C9B7-DF1A02D4DD7F}"/>
          </ac:cxnSpMkLst>
        </pc:cxnChg>
      </pc:sldChg>
      <pc:sldChg chg="modSp add ord replId">
        <pc:chgData name="Mohaiminul Islam" userId="S::mohaiminul.islam@northsouth.edu::b8c578dd-123e-4080-8513-c25e2f552200" providerId="AD" clId="Web-{139883CE-4DFF-3C5E-456A-2D4C79DB0CFD}" dt="2026-07-03T16:09:54.801" v="130" actId="20577"/>
        <pc:sldMkLst>
          <pc:docMk/>
          <pc:sldMk cId="2237378847" sldId="355"/>
        </pc:sldMkLst>
        <pc:spChg chg="mod">
          <ac:chgData name="Mohaiminul Islam" userId="S::mohaiminul.islam@northsouth.edu::b8c578dd-123e-4080-8513-c25e2f552200" providerId="AD" clId="Web-{139883CE-4DFF-3C5E-456A-2D4C79DB0CFD}" dt="2026-07-03T16:09:54.801" v="130" actId="20577"/>
          <ac:spMkLst>
            <pc:docMk/>
            <pc:sldMk cId="2237378847" sldId="355"/>
            <ac:spMk id="111" creationId="{E722AE76-3839-50EC-BCFB-5EDA9BDD4AEB}"/>
          </ac:spMkLst>
        </pc:spChg>
      </pc:sldChg>
      <pc:sldChg chg="addSp delSp modSp add replId">
        <pc:chgData name="Mohaiminul Islam" userId="S::mohaiminul.islam@northsouth.edu::b8c578dd-123e-4080-8513-c25e2f552200" providerId="AD" clId="Web-{139883CE-4DFF-3C5E-456A-2D4C79DB0CFD}" dt="2026-07-03T16:19:04.999" v="258" actId="20577"/>
        <pc:sldMkLst>
          <pc:docMk/>
          <pc:sldMk cId="1768780117" sldId="356"/>
        </pc:sldMkLst>
        <pc:spChg chg="add del">
          <ac:chgData name="Mohaiminul Islam" userId="S::mohaiminul.islam@northsouth.edu::b8c578dd-123e-4080-8513-c25e2f552200" providerId="AD" clId="Web-{139883CE-4DFF-3C5E-456A-2D4C79DB0CFD}" dt="2026-07-03T16:16:17.211" v="209"/>
          <ac:spMkLst>
            <pc:docMk/>
            <pc:sldMk cId="1768780117" sldId="356"/>
            <ac:spMk id="2" creationId="{B11030AF-3199-A72C-AC5A-4498316B7CA3}"/>
          </ac:spMkLst>
        </pc:spChg>
        <pc:spChg chg="add mod">
          <ac:chgData name="Mohaiminul Islam" userId="S::mohaiminul.islam@northsouth.edu::b8c578dd-123e-4080-8513-c25e2f552200" providerId="AD" clId="Web-{139883CE-4DFF-3C5E-456A-2D4C79DB0CFD}" dt="2026-07-03T16:19:04.999" v="258" actId="20577"/>
          <ac:spMkLst>
            <pc:docMk/>
            <pc:sldMk cId="1768780117" sldId="356"/>
            <ac:spMk id="4" creationId="{3DE086D1-84F6-9084-E1A6-B0EFA371D667}"/>
          </ac:spMkLst>
        </pc:spChg>
        <pc:spChg chg="mod">
          <ac:chgData name="Mohaiminul Islam" userId="S::mohaiminul.islam@northsouth.edu::b8c578dd-123e-4080-8513-c25e2f552200" providerId="AD" clId="Web-{139883CE-4DFF-3C5E-456A-2D4C79DB0CFD}" dt="2026-07-03T16:13:33.768" v="185" actId="20577"/>
          <ac:spMkLst>
            <pc:docMk/>
            <pc:sldMk cId="1768780117" sldId="356"/>
            <ac:spMk id="110" creationId="{237B70EB-4821-4B1F-1F75-B8279E04E82D}"/>
          </ac:spMkLst>
        </pc:spChg>
        <pc:spChg chg="mod">
          <ac:chgData name="Mohaiminul Islam" userId="S::mohaiminul.islam@northsouth.edu::b8c578dd-123e-4080-8513-c25e2f552200" providerId="AD" clId="Web-{139883CE-4DFF-3C5E-456A-2D4C79DB0CFD}" dt="2026-07-03T16:15:42.960" v="207" actId="20577"/>
          <ac:spMkLst>
            <pc:docMk/>
            <pc:sldMk cId="1768780117" sldId="356"/>
            <ac:spMk id="111" creationId="{04017703-73C6-839E-17F5-5B092ED0081E}"/>
          </ac:spMkLst>
        </pc:spChg>
      </pc:sldChg>
      <pc:sldChg chg="modSp add del replId">
        <pc:chgData name="Mohaiminul Islam" userId="S::mohaiminul.islam@northsouth.edu::b8c578dd-123e-4080-8513-c25e2f552200" providerId="AD" clId="Web-{139883CE-4DFF-3C5E-456A-2D4C79DB0CFD}" dt="2026-07-03T16:12:04.171" v="147"/>
        <pc:sldMkLst>
          <pc:docMk/>
          <pc:sldMk cId="3594264999" sldId="356"/>
        </pc:sldMkLst>
        <pc:spChg chg="mod">
          <ac:chgData name="Mohaiminul Islam" userId="S::mohaiminul.islam@northsouth.edu::b8c578dd-123e-4080-8513-c25e2f552200" providerId="AD" clId="Web-{139883CE-4DFF-3C5E-456A-2D4C79DB0CFD}" dt="2026-07-03T16:12:03.546" v="146" actId="20577"/>
          <ac:spMkLst>
            <pc:docMk/>
            <pc:sldMk cId="3594264999" sldId="356"/>
            <ac:spMk id="111" creationId="{CE505673-145C-F92A-CDB7-3A748A7DF870}"/>
          </ac:spMkLst>
        </pc:spChg>
      </pc:sldChg>
      <pc:sldChg chg="addSp delSp modSp add replId">
        <pc:chgData name="Mohaiminul Islam" userId="S::mohaiminul.islam@northsouth.edu::b8c578dd-123e-4080-8513-c25e2f552200" providerId="AD" clId="Web-{139883CE-4DFF-3C5E-456A-2D4C79DB0CFD}" dt="2026-07-03T16:22:09.318" v="340"/>
        <pc:sldMkLst>
          <pc:docMk/>
          <pc:sldMk cId="2606482621" sldId="357"/>
        </pc:sldMkLst>
        <pc:spChg chg="mod">
          <ac:chgData name="Mohaiminul Islam" userId="S::mohaiminul.islam@northsouth.edu::b8c578dd-123e-4080-8513-c25e2f552200" providerId="AD" clId="Web-{139883CE-4DFF-3C5E-456A-2D4C79DB0CFD}" dt="2026-07-03T16:21:05.519" v="327" actId="20577"/>
          <ac:spMkLst>
            <pc:docMk/>
            <pc:sldMk cId="2606482621" sldId="357"/>
            <ac:spMk id="2" creationId="{4CF6BF25-5EE4-FAD6-1E20-AC18A50D992A}"/>
          </ac:spMkLst>
        </pc:spChg>
        <pc:spChg chg="add del mod">
          <ac:chgData name="Mohaiminul Islam" userId="S::mohaiminul.islam@northsouth.edu::b8c578dd-123e-4080-8513-c25e2f552200" providerId="AD" clId="Web-{139883CE-4DFF-3C5E-456A-2D4C79DB0CFD}" dt="2026-07-03T16:22:09.130" v="339"/>
          <ac:spMkLst>
            <pc:docMk/>
            <pc:sldMk cId="2606482621" sldId="357"/>
            <ac:spMk id="3" creationId="{168DD58E-13EC-5278-18EE-3A3CC9EEC5DB}"/>
          </ac:spMkLst>
        </pc:spChg>
        <pc:spChg chg="mod">
          <ac:chgData name="Mohaiminul Islam" userId="S::mohaiminul.islam@northsouth.edu::b8c578dd-123e-4080-8513-c25e2f552200" providerId="AD" clId="Web-{139883CE-4DFF-3C5E-456A-2D4C79DB0CFD}" dt="2026-07-03T16:19:38.578" v="266" actId="20577"/>
          <ac:spMkLst>
            <pc:docMk/>
            <pc:sldMk cId="2606482621" sldId="357"/>
            <ac:spMk id="110" creationId="{4D46D5CB-AD7A-A844-83AF-D4566CCA7959}"/>
          </ac:spMkLst>
        </pc:spChg>
        <pc:spChg chg="mod">
          <ac:chgData name="Mohaiminul Islam" userId="S::mohaiminul.islam@northsouth.edu::b8c578dd-123e-4080-8513-c25e2f552200" providerId="AD" clId="Web-{139883CE-4DFF-3C5E-456A-2D4C79DB0CFD}" dt="2026-07-03T16:19:55.204" v="288" actId="20577"/>
          <ac:spMkLst>
            <pc:docMk/>
            <pc:sldMk cId="2606482621" sldId="357"/>
            <ac:spMk id="111" creationId="{413A4E1E-E429-3AD1-D479-9BA3FC95B514}"/>
          </ac:spMkLst>
        </pc:spChg>
        <pc:cxnChg chg="add del">
          <ac:chgData name="Mohaiminul Islam" userId="S::mohaiminul.islam@northsouth.edu::b8c578dd-123e-4080-8513-c25e2f552200" providerId="AD" clId="Web-{139883CE-4DFF-3C5E-456A-2D4C79DB0CFD}" dt="2026-07-03T16:22:09.318" v="340"/>
          <ac:cxnSpMkLst>
            <pc:docMk/>
            <pc:sldMk cId="2606482621" sldId="357"/>
            <ac:cxnSpMk id="6" creationId="{F4946CD0-632F-1A2B-055A-B8EFB93AB744}"/>
          </ac:cxnSpMkLst>
        </pc:cxnChg>
      </pc:sldChg>
    </pc:docChg>
  </pc:docChgLst>
  <pc:docChgLst>
    <pc:chgData name="Mohaiminul Islam" userId="S::mohaiminul.islam@northsouth.edu::b8c578dd-123e-4080-8513-c25e2f552200" providerId="AD" clId="Web-{41A59D16-25AB-75E0-496D-A717532FFF7A}"/>
    <pc:docChg chg="addSld delSld modSld sldOrd">
      <pc:chgData name="Mohaiminul Islam" userId="S::mohaiminul.islam@northsouth.edu::b8c578dd-123e-4080-8513-c25e2f552200" providerId="AD" clId="Web-{41A59D16-25AB-75E0-496D-A717532FFF7A}" dt="2026-07-03T16:05:29.495" v="378"/>
      <pc:docMkLst>
        <pc:docMk/>
      </pc:docMkLst>
      <pc:sldChg chg="modSp">
        <pc:chgData name="Mohaiminul Islam" userId="S::mohaiminul.islam@northsouth.edu::b8c578dd-123e-4080-8513-c25e2f552200" providerId="AD" clId="Web-{41A59D16-25AB-75E0-496D-A717532FFF7A}" dt="2026-07-03T13:48:16.778" v="5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41A59D16-25AB-75E0-496D-A717532FFF7A}" dt="2026-07-03T13:48:16.778" v="5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41A59D16-25AB-75E0-496D-A717532FFF7A}" dt="2026-07-03T15:56:34.414" v="261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41A59D16-25AB-75E0-496D-A717532FFF7A}" dt="2026-07-03T15:56:34.414" v="261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41A59D16-25AB-75E0-496D-A717532FFF7A}" dt="2026-07-03T15:58:11.177" v="275" actId="20577"/>
        <pc:sldMkLst>
          <pc:docMk/>
          <pc:sldMk cId="4129905145" sldId="333"/>
        </pc:sldMkLst>
        <pc:spChg chg="mod">
          <ac:chgData name="Mohaiminul Islam" userId="S::mohaiminul.islam@northsouth.edu::b8c578dd-123e-4080-8513-c25e2f552200" providerId="AD" clId="Web-{41A59D16-25AB-75E0-496D-A717532FFF7A}" dt="2026-07-03T15:52:02.185" v="9" actId="20577"/>
          <ac:spMkLst>
            <pc:docMk/>
            <pc:sldMk cId="4129905145" sldId="333"/>
            <ac:spMk id="110" creationId="{320E283E-A6D0-F95A-F6F1-069BB443521E}"/>
          </ac:spMkLst>
        </pc:spChg>
        <pc:spChg chg="mod">
          <ac:chgData name="Mohaiminul Islam" userId="S::mohaiminul.islam@northsouth.edu::b8c578dd-123e-4080-8513-c25e2f552200" providerId="AD" clId="Web-{41A59D16-25AB-75E0-496D-A717532FFF7A}" dt="2026-07-03T15:58:11.177" v="275" actId="20577"/>
          <ac:spMkLst>
            <pc:docMk/>
            <pc:sldMk cId="4129905145" sldId="333"/>
            <ac:spMk id="111" creationId="{8372DB33-F207-80A5-2E81-4AF51779C95D}"/>
          </ac:spMkLst>
        </pc:spChg>
      </pc:sldChg>
      <pc:sldChg chg="modSp">
        <pc:chgData name="Mohaiminul Islam" userId="S::mohaiminul.islam@northsouth.edu::b8c578dd-123e-4080-8513-c25e2f552200" providerId="AD" clId="Web-{41A59D16-25AB-75E0-496D-A717532FFF7A}" dt="2026-07-03T16:02:37.597" v="359" actId="20577"/>
        <pc:sldMkLst>
          <pc:docMk/>
          <pc:sldMk cId="1117057801" sldId="341"/>
        </pc:sldMkLst>
        <pc:spChg chg="mod">
          <ac:chgData name="Mohaiminul Islam" userId="S::mohaiminul.islam@northsouth.edu::b8c578dd-123e-4080-8513-c25e2f552200" providerId="AD" clId="Web-{41A59D16-25AB-75E0-496D-A717532FFF7A}" dt="2026-07-03T16:02:37.597" v="359" actId="20577"/>
          <ac:spMkLst>
            <pc:docMk/>
            <pc:sldMk cId="1117057801" sldId="341"/>
            <ac:spMk id="110" creationId="{9F36FB96-9DBE-8BF7-F33C-F87D9AF98567}"/>
          </ac:spMkLst>
        </pc:spChg>
        <pc:spChg chg="mod">
          <ac:chgData name="Mohaiminul Islam" userId="S::mohaiminul.islam@northsouth.edu::b8c578dd-123e-4080-8513-c25e2f552200" providerId="AD" clId="Web-{41A59D16-25AB-75E0-496D-A717532FFF7A}" dt="2026-07-03T16:00:30.905" v="346" actId="20577"/>
          <ac:spMkLst>
            <pc:docMk/>
            <pc:sldMk cId="1117057801" sldId="341"/>
            <ac:spMk id="111" creationId="{1AC2A792-F439-12FB-E79D-875D8123AE64}"/>
          </ac:spMkLst>
        </pc:spChg>
      </pc:sldChg>
      <pc:sldChg chg="modSp">
        <pc:chgData name="Mohaiminul Islam" userId="S::mohaiminul.islam@northsouth.edu::b8c578dd-123e-4080-8513-c25e2f552200" providerId="AD" clId="Web-{41A59D16-25AB-75E0-496D-A717532FFF7A}" dt="2026-07-03T13:48:52.467" v="8" actId="20577"/>
        <pc:sldMkLst>
          <pc:docMk/>
          <pc:sldMk cId="1838946405" sldId="352"/>
        </pc:sldMkLst>
        <pc:spChg chg="mod">
          <ac:chgData name="Mohaiminul Islam" userId="S::mohaiminul.islam@northsouth.edu::b8c578dd-123e-4080-8513-c25e2f552200" providerId="AD" clId="Web-{41A59D16-25AB-75E0-496D-A717532FFF7A}" dt="2026-07-03T13:48:52.467" v="8" actId="20577"/>
          <ac:spMkLst>
            <pc:docMk/>
            <pc:sldMk cId="1838946405" sldId="352"/>
            <ac:spMk id="3" creationId="{8C694D83-F4D0-5FD4-5C8C-18EE74B5A7B2}"/>
          </ac:spMkLst>
        </pc:spChg>
      </pc:sldChg>
      <pc:sldChg chg="addSp delSp modSp add replId">
        <pc:chgData name="Mohaiminul Islam" userId="S::mohaiminul.islam@northsouth.edu::b8c578dd-123e-4080-8513-c25e2f552200" providerId="AD" clId="Web-{41A59D16-25AB-75E0-496D-A717532FFF7A}" dt="2026-07-03T15:58:20.193" v="276" actId="20577"/>
        <pc:sldMkLst>
          <pc:docMk/>
          <pc:sldMk cId="3503372154" sldId="353"/>
        </pc:sldMkLst>
        <pc:spChg chg="add mod">
          <ac:chgData name="Mohaiminul Islam" userId="S::mohaiminul.islam@northsouth.edu::b8c578dd-123e-4080-8513-c25e2f552200" providerId="AD" clId="Web-{41A59D16-25AB-75E0-496D-A717532FFF7A}" dt="2026-07-03T15:57:05.139" v="263" actId="1076"/>
          <ac:spMkLst>
            <pc:docMk/>
            <pc:sldMk cId="3503372154" sldId="353"/>
            <ac:spMk id="2" creationId="{72D5BAB2-36E8-199F-8365-9F620DB28153}"/>
          </ac:spMkLst>
        </pc:spChg>
        <pc:spChg chg="add mod">
          <ac:chgData name="Mohaiminul Islam" userId="S::mohaiminul.islam@northsouth.edu::b8c578dd-123e-4080-8513-c25e2f552200" providerId="AD" clId="Web-{41A59D16-25AB-75E0-496D-A717532FFF7A}" dt="2026-07-03T15:58:20.193" v="276" actId="20577"/>
          <ac:spMkLst>
            <pc:docMk/>
            <pc:sldMk cId="3503372154" sldId="353"/>
            <ac:spMk id="3" creationId="{B7D5BE02-F851-DEA6-D59F-76D732623E3E}"/>
          </ac:spMkLst>
        </pc:spChg>
        <pc:spChg chg="add del">
          <ac:chgData name="Mohaiminul Islam" userId="S::mohaiminul.islam@northsouth.edu::b8c578dd-123e-4080-8513-c25e2f552200" providerId="AD" clId="Web-{41A59D16-25AB-75E0-496D-A717532FFF7A}" dt="2026-07-03T15:57:31.925" v="267"/>
          <ac:spMkLst>
            <pc:docMk/>
            <pc:sldMk cId="3503372154" sldId="353"/>
            <ac:spMk id="4" creationId="{5B1FC4A9-F63A-A676-2FDC-230105A8B878}"/>
          </ac:spMkLst>
        </pc:spChg>
        <pc:spChg chg="add del">
          <ac:chgData name="Mohaiminul Islam" userId="S::mohaiminul.islam@northsouth.edu::b8c578dd-123e-4080-8513-c25e2f552200" providerId="AD" clId="Web-{41A59D16-25AB-75E0-496D-A717532FFF7A}" dt="2026-07-03T15:57:40.832" v="269"/>
          <ac:spMkLst>
            <pc:docMk/>
            <pc:sldMk cId="3503372154" sldId="353"/>
            <ac:spMk id="5" creationId="{56026EC2-5145-651F-6BD8-E266394BD627}"/>
          </ac:spMkLst>
        </pc:spChg>
        <pc:spChg chg="mod">
          <ac:chgData name="Mohaiminul Islam" userId="S::mohaiminul.islam@northsouth.edu::b8c578dd-123e-4080-8513-c25e2f552200" providerId="AD" clId="Web-{41A59D16-25AB-75E0-496D-A717532FFF7A}" dt="2026-07-03T15:58:08.520" v="274" actId="20577"/>
          <ac:spMkLst>
            <pc:docMk/>
            <pc:sldMk cId="3503372154" sldId="353"/>
            <ac:spMk id="111" creationId="{3B5FC23D-CD05-0B77-A2CA-43E351640F09}"/>
          </ac:spMkLst>
        </pc:spChg>
        <pc:cxnChg chg="add mod">
          <ac:chgData name="Mohaiminul Islam" userId="S::mohaiminul.islam@northsouth.edu::b8c578dd-123e-4080-8513-c25e2f552200" providerId="AD" clId="Web-{41A59D16-25AB-75E0-496D-A717532FFF7A}" dt="2026-07-03T15:57:59.114" v="273" actId="1076"/>
          <ac:cxnSpMkLst>
            <pc:docMk/>
            <pc:sldMk cId="3503372154" sldId="353"/>
            <ac:cxnSpMk id="6" creationId="{464978FE-7657-C353-D333-97C50DFEA812}"/>
          </ac:cxnSpMkLst>
        </pc:cxnChg>
      </pc:sldChg>
      <pc:sldChg chg="addSp delSp modSp add replId">
        <pc:chgData name="Mohaiminul Islam" userId="S::mohaiminul.islam@northsouth.edu::b8c578dd-123e-4080-8513-c25e2f552200" providerId="AD" clId="Web-{41A59D16-25AB-75E0-496D-A717532FFF7A}" dt="2026-07-03T16:05:23.870" v="376"/>
        <pc:sldMkLst>
          <pc:docMk/>
          <pc:sldMk cId="114667221" sldId="354"/>
        </pc:sldMkLst>
        <pc:spChg chg="add">
          <ac:chgData name="Mohaiminul Islam" userId="S::mohaiminul.islam@northsouth.edu::b8c578dd-123e-4080-8513-c25e2f552200" providerId="AD" clId="Web-{41A59D16-25AB-75E0-496D-A717532FFF7A}" dt="2026-07-03T16:03:05.068" v="362"/>
          <ac:spMkLst>
            <pc:docMk/>
            <pc:sldMk cId="114667221" sldId="354"/>
            <ac:spMk id="3" creationId="{FE1E2D5B-2CB7-98AA-52A6-3F6B1D098946}"/>
          </ac:spMkLst>
        </pc:spChg>
        <pc:spChg chg="add mod">
          <ac:chgData name="Mohaiminul Islam" userId="S::mohaiminul.islam@northsouth.edu::b8c578dd-123e-4080-8513-c25e2f552200" providerId="AD" clId="Web-{41A59D16-25AB-75E0-496D-A717532FFF7A}" dt="2026-07-03T16:04:12.304" v="370" actId="20577"/>
          <ac:spMkLst>
            <pc:docMk/>
            <pc:sldMk cId="114667221" sldId="354"/>
            <ac:spMk id="5" creationId="{38818A39-28F6-2A8D-9B54-54E5859DCB44}"/>
          </ac:spMkLst>
        </pc:spChg>
        <pc:spChg chg="add mod">
          <ac:chgData name="Mohaiminul Islam" userId="S::mohaiminul.islam@northsouth.edu::b8c578dd-123e-4080-8513-c25e2f552200" providerId="AD" clId="Web-{41A59D16-25AB-75E0-496D-A717532FFF7A}" dt="2026-07-03T16:04:17.867" v="372" actId="20577"/>
          <ac:spMkLst>
            <pc:docMk/>
            <pc:sldMk cId="114667221" sldId="354"/>
            <ac:spMk id="6" creationId="{61CEEEB0-9059-B326-EA86-285A4B8E6E0C}"/>
          </ac:spMkLst>
        </pc:spChg>
        <pc:spChg chg="add">
          <ac:chgData name="Mohaiminul Islam" userId="S::mohaiminul.islam@northsouth.edu::b8c578dd-123e-4080-8513-c25e2f552200" providerId="AD" clId="Web-{41A59D16-25AB-75E0-496D-A717532FFF7A}" dt="2026-07-03T16:03:05.068" v="362"/>
          <ac:spMkLst>
            <pc:docMk/>
            <pc:sldMk cId="114667221" sldId="354"/>
            <ac:spMk id="7" creationId="{85F203A2-3984-6B1A-DB7A-7AC79A52A79C}"/>
          </ac:spMkLst>
        </pc:spChg>
        <pc:spChg chg="add mod">
          <ac:chgData name="Mohaiminul Islam" userId="S::mohaiminul.islam@northsouth.edu::b8c578dd-123e-4080-8513-c25e2f552200" providerId="AD" clId="Web-{41A59D16-25AB-75E0-496D-A717532FFF7A}" dt="2026-07-03T16:04:06.632" v="369" actId="20577"/>
          <ac:spMkLst>
            <pc:docMk/>
            <pc:sldMk cId="114667221" sldId="354"/>
            <ac:spMk id="8" creationId="{376DC54D-13C4-AD43-D25A-154FEE8AAEAE}"/>
          </ac:spMkLst>
        </pc:spChg>
        <pc:spChg chg="add mod">
          <ac:chgData name="Mohaiminul Islam" userId="S::mohaiminul.islam@northsouth.edu::b8c578dd-123e-4080-8513-c25e2f552200" providerId="AD" clId="Web-{41A59D16-25AB-75E0-496D-A717532FFF7A}" dt="2026-07-03T16:03:56.523" v="368" actId="20577"/>
          <ac:spMkLst>
            <pc:docMk/>
            <pc:sldMk cId="114667221" sldId="354"/>
            <ac:spMk id="12" creationId="{4F071D38-083D-6DF8-BCA9-41816D9A4F53}"/>
          </ac:spMkLst>
        </pc:spChg>
        <pc:spChg chg="add del mod">
          <ac:chgData name="Mohaiminul Islam" userId="S::mohaiminul.islam@northsouth.edu::b8c578dd-123e-4080-8513-c25e2f552200" providerId="AD" clId="Web-{41A59D16-25AB-75E0-496D-A717532FFF7A}" dt="2026-07-03T16:03:49.194" v="367"/>
          <ac:spMkLst>
            <pc:docMk/>
            <pc:sldMk cId="114667221" sldId="354"/>
            <ac:spMk id="14" creationId="{15DCA75C-E396-B069-898E-67C26727B7F6}"/>
          </ac:spMkLst>
        </pc:spChg>
        <pc:spChg chg="add del mod">
          <ac:chgData name="Mohaiminul Islam" userId="S::mohaiminul.islam@northsouth.edu::b8c578dd-123e-4080-8513-c25e2f552200" providerId="AD" clId="Web-{41A59D16-25AB-75E0-496D-A717532FFF7A}" dt="2026-07-03T16:05:23.870" v="376"/>
          <ac:spMkLst>
            <pc:docMk/>
            <pc:sldMk cId="114667221" sldId="354"/>
            <ac:spMk id="16" creationId="{88666666-454B-DFBC-F9B2-3D35620C0B0A}"/>
          </ac:spMkLst>
        </pc:spChg>
        <pc:spChg chg="add del mod">
          <ac:chgData name="Mohaiminul Islam" userId="S::mohaiminul.islam@northsouth.edu::b8c578dd-123e-4080-8513-c25e2f552200" providerId="AD" clId="Web-{41A59D16-25AB-75E0-496D-A717532FFF7A}" dt="2026-07-03T16:05:23.870" v="376"/>
          <ac:spMkLst>
            <pc:docMk/>
            <pc:sldMk cId="114667221" sldId="354"/>
            <ac:spMk id="111" creationId="{4E447F72-A921-84D6-0064-59DD29436B2C}"/>
          </ac:spMkLst>
        </pc:spChg>
        <pc:grpChg chg="add mod">
          <ac:chgData name="Mohaiminul Islam" userId="S::mohaiminul.islam@northsouth.edu::b8c578dd-123e-4080-8513-c25e2f552200" providerId="AD" clId="Web-{41A59D16-25AB-75E0-496D-A717532FFF7A}" dt="2026-07-03T16:03:13.599" v="363" actId="1076"/>
          <ac:grpSpMkLst>
            <pc:docMk/>
            <pc:sldMk cId="114667221" sldId="354"/>
            <ac:grpSpMk id="2" creationId="{F227320C-A144-0710-0757-F097DE67083E}"/>
          </ac:grpSpMkLst>
        </pc:grpChg>
        <pc:cxnChg chg="add mod">
          <ac:chgData name="Mohaiminul Islam" userId="S::mohaiminul.islam@northsouth.edu::b8c578dd-123e-4080-8513-c25e2f552200" providerId="AD" clId="Web-{41A59D16-25AB-75E0-496D-A717532FFF7A}" dt="2026-07-03T16:05:23.870" v="376"/>
          <ac:cxnSpMkLst>
            <pc:docMk/>
            <pc:sldMk cId="114667221" sldId="354"/>
            <ac:cxnSpMk id="4" creationId="{6BD34174-B760-8433-51B3-4C62F0D0E0DA}"/>
          </ac:cxnSpMkLst>
        </pc:cxnChg>
        <pc:cxnChg chg="add mod">
          <ac:chgData name="Mohaiminul Islam" userId="S::mohaiminul.islam@northsouth.edu::b8c578dd-123e-4080-8513-c25e2f552200" providerId="AD" clId="Web-{41A59D16-25AB-75E0-496D-A717532FFF7A}" dt="2026-07-03T16:05:23.870" v="376"/>
          <ac:cxnSpMkLst>
            <pc:docMk/>
            <pc:sldMk cId="114667221" sldId="354"/>
            <ac:cxnSpMk id="9" creationId="{F99240EA-0BF4-74A2-E13B-B08F579C59B3}"/>
          </ac:cxnSpMkLst>
        </pc:cxnChg>
        <pc:cxnChg chg="add mod">
          <ac:chgData name="Mohaiminul Islam" userId="S::mohaiminul.islam@northsouth.edu::b8c578dd-123e-4080-8513-c25e2f552200" providerId="AD" clId="Web-{41A59D16-25AB-75E0-496D-A717532FFF7A}" dt="2026-07-03T16:05:23.870" v="376"/>
          <ac:cxnSpMkLst>
            <pc:docMk/>
            <pc:sldMk cId="114667221" sldId="354"/>
            <ac:cxnSpMk id="10" creationId="{35F9FD7D-CD02-3BD3-4A48-2927F22A9F38}"/>
          </ac:cxnSpMkLst>
        </pc:cxnChg>
        <pc:cxnChg chg="add mod">
          <ac:chgData name="Mohaiminul Islam" userId="S::mohaiminul.islam@northsouth.edu::b8c578dd-123e-4080-8513-c25e2f552200" providerId="AD" clId="Web-{41A59D16-25AB-75E0-496D-A717532FFF7A}" dt="2026-07-03T16:05:23.870" v="376"/>
          <ac:cxnSpMkLst>
            <pc:docMk/>
            <pc:sldMk cId="114667221" sldId="354"/>
            <ac:cxnSpMk id="11" creationId="{97A42294-49F4-5799-C0B3-13E2581DB6C4}"/>
          </ac:cxnSpMkLst>
        </pc:cxnChg>
      </pc:sldChg>
      <pc:sldChg chg="add del ord replId">
        <pc:chgData name="Mohaiminul Islam" userId="S::mohaiminul.islam@northsouth.edu::b8c578dd-123e-4080-8513-c25e2f552200" providerId="AD" clId="Web-{41A59D16-25AB-75E0-496D-A717532FFF7A}" dt="2026-07-03T16:05:29.495" v="378"/>
        <pc:sldMkLst>
          <pc:docMk/>
          <pc:sldMk cId="2767299328" sldId="355"/>
        </pc:sldMkLst>
      </pc:sldChg>
    </pc:docChg>
  </pc:docChgLst>
  <pc:docChgLst>
    <pc:chgData name="Mohaiminul Islam" userId="S::mohaiminul.islam@northsouth.edu::b8c578dd-123e-4080-8513-c25e2f552200" providerId="AD" clId="Web-{34720AEE-3912-2681-3331-94C207AA903A}"/>
    <pc:docChg chg="modSld">
      <pc:chgData name="Mohaiminul Islam" userId="S::mohaiminul.islam@northsouth.edu::b8c578dd-123e-4080-8513-c25e2f552200" providerId="AD" clId="Web-{34720AEE-3912-2681-3331-94C207AA903A}" dt="2026-06-29T14:10:38.937" v="197" actId="20577"/>
      <pc:docMkLst>
        <pc:docMk/>
      </pc:docMkLst>
    </pc:docChg>
  </pc:docChgLst>
  <pc:docChgLst>
    <pc:chgData name="Mohaiminul Islam" userId="S::mohaiminul.islam@northsouth.edu::b8c578dd-123e-4080-8513-c25e2f552200" providerId="AD" clId="Web-{6BFF3EE4-C93C-3D1D-C419-963077D70597}"/>
    <pc:docChg chg="modSld">
      <pc:chgData name="Mohaiminul Islam" userId="S::mohaiminul.islam@northsouth.edu::b8c578dd-123e-4080-8513-c25e2f552200" providerId="AD" clId="Web-{6BFF3EE4-C93C-3D1D-C419-963077D70597}" dt="2026-06-24T13:35:40.876" v="3" actId="20577"/>
      <pc:docMkLst>
        <pc:docMk/>
      </pc:docMkLst>
      <pc:sldChg chg="modSp">
        <pc:chgData name="Mohaiminul Islam" userId="S::mohaiminul.islam@northsouth.edu::b8c578dd-123e-4080-8513-c25e2f552200" providerId="AD" clId="Web-{6BFF3EE4-C93C-3D1D-C419-963077D70597}" dt="2026-06-24T13:35:40.876" v="3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6BFF3EE4-C93C-3D1D-C419-963077D70597}" dt="2026-06-24T13:35:40.876" v="3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7F32D75E-767A-4C85-3E82-B7E2576E622E}"/>
    <pc:docChg chg="addSld delSld modSld">
      <pc:chgData name="Mohaiminul Islam" userId="S::mohaiminul.islam@northsouth.edu::b8c578dd-123e-4080-8513-c25e2f552200" providerId="AD" clId="Web-{7F32D75E-767A-4C85-3E82-B7E2576E622E}" dt="2026-06-25T04:35:29.619" v="2349" actId="20577"/>
      <pc:docMkLst>
        <pc:docMk/>
      </pc:docMkLst>
      <pc:sldChg chg="modSp">
        <pc:chgData name="Mohaiminul Islam" userId="S::mohaiminul.islam@northsouth.edu::b8c578dd-123e-4080-8513-c25e2f552200" providerId="AD" clId="Web-{7F32D75E-767A-4C85-3E82-B7E2576E622E}" dt="2026-06-25T04:32:26.258" v="2160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7F32D75E-767A-4C85-3E82-B7E2576E622E}" dt="2026-06-25T04:32:26.258" v="2160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0:59:41.330" v="222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7F32D75E-767A-4C85-3E82-B7E2576E622E}" dt="2026-06-25T00:59:41.330" v="222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D64BCBF5-0A94-0D22-D117-60E4DD4278C2}"/>
    <pc:docChg chg="addSld delSld modSld">
      <pc:chgData name="Mohaiminul Islam" userId="S::mohaiminul.islam@northsouth.edu::b8c578dd-123e-4080-8513-c25e2f552200" providerId="AD" clId="Web-{D64BCBF5-0A94-0D22-D117-60E4DD4278C2}" dt="2026-06-18T01:59:45.195" v="1270" actId="20577"/>
      <pc:docMkLst>
        <pc:docMk/>
      </pc:docMkLst>
      <pc:sldChg chg="modSp">
        <pc:chgData name="Mohaiminul Islam" userId="S::mohaiminul.islam@northsouth.edu::b8c578dd-123e-4080-8513-c25e2f552200" providerId="AD" clId="Web-{D64BCBF5-0A94-0D22-D117-60E4DD4278C2}" dt="2026-06-17T18:24:16.707" v="622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64BCBF5-0A94-0D22-D117-60E4DD4278C2}" dt="2026-06-17T18:24:16.707" v="622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64BCBF5-0A94-0D22-D117-60E4DD4278C2}" dt="2026-06-17T14:12:02.089" v="28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64BCBF5-0A94-0D22-D117-60E4DD4278C2}" dt="2026-06-17T10:49:33.148" v="43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7T14:12:02.089" v="285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D863368B-0999-3DE6-33D2-692B645D602F}"/>
    <pc:docChg chg="addSld delSld modSld sldOrd">
      <pc:chgData name="Mohaiminul Islam" userId="S::mohaiminul.islam@northsouth.edu::b8c578dd-123e-4080-8513-c25e2f552200" providerId="AD" clId="Web-{D863368B-0999-3DE6-33D2-692B645D602F}" dt="2026-06-19T13:55:07.213" v="1696" actId="20577"/>
      <pc:docMkLst>
        <pc:docMk/>
      </pc:docMkLst>
      <pc:sldChg chg="modSp">
        <pc:chgData name="Mohaiminul Islam" userId="S::mohaiminul.islam@northsouth.edu::b8c578dd-123e-4080-8513-c25e2f552200" providerId="AD" clId="Web-{D863368B-0999-3DE6-33D2-692B645D602F}" dt="2026-06-19T12:08:19.278" v="917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863368B-0999-3DE6-33D2-692B645D602F}" dt="2026-06-19T12:08:19.278" v="917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863368B-0999-3DE6-33D2-692B645D602F}" dt="2026-06-19T12:07:53.669" v="91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863368B-0999-3DE6-33D2-692B645D602F}" dt="2026-06-19T12:05:52.981" v="860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863368B-0999-3DE6-33D2-692B645D602F}" dt="2026-06-19T12:07:53.669" v="915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81313099-D412-8C14-3276-CFC45DCDEBC0}"/>
    <pc:docChg chg="addSld delSld modSld sldOrd">
      <pc:chgData name="Mohaiminul Islam" userId="S::mohaiminul.islam@northsouth.edu::b8c578dd-123e-4080-8513-c25e2f552200" providerId="AD" clId="Web-{81313099-D412-8C14-3276-CFC45DCDEBC0}" dt="2026-06-20T01:21:36.617" v="1860" actId="20577"/>
      <pc:docMkLst>
        <pc:docMk/>
      </pc:docMkLst>
    </pc:docChg>
  </pc:docChgLst>
  <pc:docChgLst>
    <pc:chgData name="Mohaiminul Islam" userId="S::mohaiminul.islam@northsouth.edu::b8c578dd-123e-4080-8513-c25e2f552200" providerId="AD" clId="Web-{FF1A85B3-E0A6-85C3-F4C3-EBB7C1676B57}"/>
    <pc:docChg chg="modSld">
      <pc:chgData name="Mohaiminul Islam" userId="S::mohaiminul.islam@northsouth.edu::b8c578dd-123e-4080-8513-c25e2f552200" providerId="AD" clId="Web-{FF1A85B3-E0A6-85C3-F4C3-EBB7C1676B57}" dt="2026-06-20T17:56:43.961" v="31" actId="20577"/>
      <pc:docMkLst>
        <pc:docMk/>
      </pc:docMkLst>
      <pc:sldChg chg="modSp">
        <pc:chgData name="Mohaiminul Islam" userId="S::mohaiminul.islam@northsouth.edu::b8c578dd-123e-4080-8513-c25e2f552200" providerId="AD" clId="Web-{FF1A85B3-E0A6-85C3-F4C3-EBB7C1676B57}" dt="2026-06-20T04:31:27.838" v="16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FF1A85B3-E0A6-85C3-F4C3-EBB7C1676B57}" dt="2026-06-20T04:31:27.838" v="16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9CE51FA1-9EFF-CE31-0C9C-FF6A59759864}"/>
    <pc:docChg chg="addSld delSld modSld sldOrd">
      <pc:chgData name="Mohaiminul Islam" userId="S::mohaiminul.islam@northsouth.edu::b8c578dd-123e-4080-8513-c25e2f552200" providerId="AD" clId="Web-{9CE51FA1-9EFF-CE31-0C9C-FF6A59759864}" dt="2026-07-04T00:44:24.618" v="1969" actId="20577"/>
      <pc:docMkLst>
        <pc:docMk/>
      </pc:docMkLst>
      <pc:sldChg chg="modSp">
        <pc:chgData name="Mohaiminul Islam" userId="S::mohaiminul.islam@northsouth.edu::b8c578dd-123e-4080-8513-c25e2f552200" providerId="AD" clId="Web-{9CE51FA1-9EFF-CE31-0C9C-FF6A59759864}" dt="2026-07-03T16:25:46.573" v="10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9CE51FA1-9EFF-CE31-0C9C-FF6A59759864}" dt="2026-07-03T16:25:46.573" v="10" actId="20577"/>
          <ac:spMkLst>
            <pc:docMk/>
            <pc:sldMk cId="0" sldId="258"/>
            <ac:spMk id="111" creationId="{00000000-0000-0000-0000-000000000000}"/>
          </ac:spMkLst>
        </pc:spChg>
      </pc:sldChg>
      <pc:sldChg chg="del">
        <pc:chgData name="Mohaiminul Islam" userId="S::mohaiminul.islam@northsouth.edu::b8c578dd-123e-4080-8513-c25e2f552200" providerId="AD" clId="Web-{9CE51FA1-9EFF-CE31-0C9C-FF6A59759864}" dt="2026-07-03T16:25:02.430" v="6"/>
        <pc:sldMkLst>
          <pc:docMk/>
          <pc:sldMk cId="4129905145" sldId="333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28.128" v="70"/>
        <pc:sldMkLst>
          <pc:docMk/>
          <pc:sldMk cId="1819030886" sldId="342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0.800" v="72"/>
        <pc:sldMkLst>
          <pc:docMk/>
          <pc:sldMk cId="647366718" sldId="343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29.909" v="71"/>
        <pc:sldMkLst>
          <pc:docMk/>
          <pc:sldMk cId="3846085967" sldId="344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6.566" v="79"/>
        <pc:sldMkLst>
          <pc:docMk/>
          <pc:sldMk cId="1567810275" sldId="345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2.378" v="74"/>
        <pc:sldMkLst>
          <pc:docMk/>
          <pc:sldMk cId="430539695" sldId="346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1.644" v="73"/>
        <pc:sldMkLst>
          <pc:docMk/>
          <pc:sldMk cId="3591413827" sldId="347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3.425" v="75"/>
        <pc:sldMkLst>
          <pc:docMk/>
          <pc:sldMk cId="915872381" sldId="348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3.441" v="76"/>
        <pc:sldMkLst>
          <pc:docMk/>
          <pc:sldMk cId="2427303548" sldId="349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3.956" v="77"/>
        <pc:sldMkLst>
          <pc:docMk/>
          <pc:sldMk cId="684957228" sldId="350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4.644" v="78"/>
        <pc:sldMkLst>
          <pc:docMk/>
          <pc:sldMk cId="2384055197" sldId="351"/>
        </pc:sldMkLst>
      </pc:sldChg>
      <pc:sldChg chg="del">
        <pc:chgData name="Mohaiminul Islam" userId="S::mohaiminul.islam@northsouth.edu::b8c578dd-123e-4080-8513-c25e2f552200" providerId="AD" clId="Web-{9CE51FA1-9EFF-CE31-0C9C-FF6A59759864}" dt="2026-07-03T16:28:36.581" v="80"/>
        <pc:sldMkLst>
          <pc:docMk/>
          <pc:sldMk cId="1838946405" sldId="352"/>
        </pc:sldMkLst>
      </pc:sldChg>
      <pc:sldChg chg="modSp del">
        <pc:chgData name="Mohaiminul Islam" userId="S::mohaiminul.islam@northsouth.edu::b8c578dd-123e-4080-8513-c25e2f552200" providerId="AD" clId="Web-{9CE51FA1-9EFF-CE31-0C9C-FF6A59759864}" dt="2026-07-03T16:25:00.383" v="5"/>
        <pc:sldMkLst>
          <pc:docMk/>
          <pc:sldMk cId="3503372154" sldId="353"/>
        </pc:sldMkLst>
        <pc:spChg chg="mod">
          <ac:chgData name="Mohaiminul Islam" userId="S::mohaiminul.islam@northsouth.edu::b8c578dd-123e-4080-8513-c25e2f552200" providerId="AD" clId="Web-{9CE51FA1-9EFF-CE31-0C9C-FF6A59759864}" dt="2026-07-03T16:24:47.758" v="4" actId="20577"/>
          <ac:spMkLst>
            <pc:docMk/>
            <pc:sldMk cId="3503372154" sldId="353"/>
            <ac:spMk id="2" creationId="{72D5BAB2-36E8-199F-8365-9F620DB28153}"/>
          </ac:spMkLst>
        </pc:spChg>
      </pc:sldChg>
      <pc:sldChg chg="modSp">
        <pc:chgData name="Mohaiminul Islam" userId="S::mohaiminul.islam@northsouth.edu::b8c578dd-123e-4080-8513-c25e2f552200" providerId="AD" clId="Web-{9CE51FA1-9EFF-CE31-0C9C-FF6A59759864}" dt="2026-07-03T16:28:07.987" v="69" actId="1076"/>
        <pc:sldMkLst>
          <pc:docMk/>
          <pc:sldMk cId="114667221" sldId="354"/>
        </pc:sldMkLst>
        <pc:spChg chg="mod">
          <ac:chgData name="Mohaiminul Islam" userId="S::mohaiminul.islam@northsouth.edu::b8c578dd-123e-4080-8513-c25e2f552200" providerId="AD" clId="Web-{9CE51FA1-9EFF-CE31-0C9C-FF6A59759864}" dt="2026-07-03T16:28:07.987" v="69" actId="1076"/>
          <ac:spMkLst>
            <pc:docMk/>
            <pc:sldMk cId="114667221" sldId="354"/>
            <ac:spMk id="12" creationId="{4F071D38-083D-6DF8-BCA9-41816D9A4F53}"/>
          </ac:spMkLst>
        </pc:spChg>
      </pc:sldChg>
      <pc:sldChg chg="modSp ord">
        <pc:chgData name="Mohaiminul Islam" userId="S::mohaiminul.islam@northsouth.edu::b8c578dd-123e-4080-8513-c25e2f552200" providerId="AD" clId="Web-{9CE51FA1-9EFF-CE31-0C9C-FF6A59759864}" dt="2026-07-04T00:07:56.510" v="1168" actId="1076"/>
        <pc:sldMkLst>
          <pc:docMk/>
          <pc:sldMk cId="1768780117" sldId="356"/>
        </pc:sldMkLst>
        <pc:spChg chg="mod">
          <ac:chgData name="Mohaiminul Islam" userId="S::mohaiminul.islam@northsouth.edu::b8c578dd-123e-4080-8513-c25e2f552200" providerId="AD" clId="Web-{9CE51FA1-9EFF-CE31-0C9C-FF6A59759864}" dt="2026-07-04T00:07:56.510" v="1168" actId="1076"/>
          <ac:spMkLst>
            <pc:docMk/>
            <pc:sldMk cId="1768780117" sldId="356"/>
            <ac:spMk id="4" creationId="{3DE086D1-84F6-9084-E1A6-B0EFA371D667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18:11:36.496" v="321" actId="20577"/>
          <ac:spMkLst>
            <pc:docMk/>
            <pc:sldMk cId="1768780117" sldId="356"/>
            <ac:spMk id="110" creationId="{237B70EB-4821-4B1F-1F75-B8279E04E82D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18:09:53.663" v="315" actId="20577"/>
          <ac:spMkLst>
            <pc:docMk/>
            <pc:sldMk cId="1768780117" sldId="356"/>
            <ac:spMk id="111" creationId="{04017703-73C6-839E-17F5-5B092ED0081E}"/>
          </ac:spMkLst>
        </pc:spChg>
      </pc:sldChg>
      <pc:sldChg chg="modSp">
        <pc:chgData name="Mohaiminul Islam" userId="S::mohaiminul.islam@northsouth.edu::b8c578dd-123e-4080-8513-c25e2f552200" providerId="AD" clId="Web-{9CE51FA1-9EFF-CE31-0C9C-FF6A59759864}" dt="2026-07-03T16:25:10.071" v="8" actId="20577"/>
        <pc:sldMkLst>
          <pc:docMk/>
          <pc:sldMk cId="2606482621" sldId="357"/>
        </pc:sldMkLst>
        <pc:spChg chg="mod">
          <ac:chgData name="Mohaiminul Islam" userId="S::mohaiminul.islam@northsouth.edu::b8c578dd-123e-4080-8513-c25e2f552200" providerId="AD" clId="Web-{9CE51FA1-9EFF-CE31-0C9C-FF6A59759864}" dt="2026-07-03T16:25:10.071" v="8" actId="20577"/>
          <ac:spMkLst>
            <pc:docMk/>
            <pc:sldMk cId="2606482621" sldId="357"/>
            <ac:spMk id="110" creationId="{4D46D5CB-AD7A-A844-83AF-D4566CCA7959}"/>
          </ac:spMkLst>
        </pc:spChg>
      </pc:sldChg>
      <pc:sldChg chg="modSp add replId">
        <pc:chgData name="Mohaiminul Islam" userId="S::mohaiminul.islam@northsouth.edu::b8c578dd-123e-4080-8513-c25e2f552200" providerId="AD" clId="Web-{9CE51FA1-9EFF-CE31-0C9C-FF6A59759864}" dt="2026-07-03T23:56:33.205" v="1062" actId="20577"/>
        <pc:sldMkLst>
          <pc:docMk/>
          <pc:sldMk cId="742880486" sldId="358"/>
        </pc:sldMkLst>
        <pc:spChg chg="mod">
          <ac:chgData name="Mohaiminul Islam" userId="S::mohaiminul.islam@northsouth.edu::b8c578dd-123e-4080-8513-c25e2f552200" providerId="AD" clId="Web-{9CE51FA1-9EFF-CE31-0C9C-FF6A59759864}" dt="2026-07-03T23:56:02.798" v="1038" actId="14100"/>
          <ac:spMkLst>
            <pc:docMk/>
            <pc:sldMk cId="742880486" sldId="358"/>
            <ac:spMk id="2" creationId="{810EA9ED-D560-34A2-7F64-75265CCD678B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56:33.205" v="1062" actId="20577"/>
          <ac:spMkLst>
            <pc:docMk/>
            <pc:sldMk cId="742880486" sldId="358"/>
            <ac:spMk id="111" creationId="{4E266C68-E107-5ED2-5670-3050B1BF600B}"/>
          </ac:spMkLst>
        </pc:spChg>
      </pc:sldChg>
      <pc:sldChg chg="addSp modSp add replId">
        <pc:chgData name="Mohaiminul Islam" userId="S::mohaiminul.islam@northsouth.edu::b8c578dd-123e-4080-8513-c25e2f552200" providerId="AD" clId="Web-{9CE51FA1-9EFF-CE31-0C9C-FF6A59759864}" dt="2026-07-04T00:07:32.962" v="1164" actId="1076"/>
        <pc:sldMkLst>
          <pc:docMk/>
          <pc:sldMk cId="4249585062" sldId="359"/>
        </pc:sldMkLst>
        <pc:spChg chg="add mod">
          <ac:chgData name="Mohaiminul Islam" userId="S::mohaiminul.islam@northsouth.edu::b8c578dd-123e-4080-8513-c25e2f552200" providerId="AD" clId="Web-{9CE51FA1-9EFF-CE31-0C9C-FF6A59759864}" dt="2026-07-03T18:21:41.274" v="502" actId="1076"/>
          <ac:spMkLst>
            <pc:docMk/>
            <pc:sldMk cId="4249585062" sldId="359"/>
            <ac:spMk id="2" creationId="{76D0B56F-6112-F3AD-C8F6-4C3B43DD5BE9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07:32.962" v="1164" actId="1076"/>
          <ac:spMkLst>
            <pc:docMk/>
            <pc:sldMk cId="4249585062" sldId="359"/>
            <ac:spMk id="4" creationId="{3BD5D33D-44FC-C098-B922-285FB079846E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18:11:26.995" v="318" actId="20577"/>
          <ac:spMkLst>
            <pc:docMk/>
            <pc:sldMk cId="4249585062" sldId="359"/>
            <ac:spMk id="110" creationId="{F923B3F5-A52A-3C2B-6137-8C2FBDAC9D19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18:08:44.973" v="306" actId="20577"/>
          <ac:spMkLst>
            <pc:docMk/>
            <pc:sldMk cId="4249585062" sldId="359"/>
            <ac:spMk id="111" creationId="{4D0A3262-DBD1-A1CD-1292-3D3F265C06DF}"/>
          </ac:spMkLst>
        </pc:spChg>
        <pc:cxnChg chg="add mod">
          <ac:chgData name="Mohaiminul Islam" userId="S::mohaiminul.islam@northsouth.edu::b8c578dd-123e-4080-8513-c25e2f552200" providerId="AD" clId="Web-{9CE51FA1-9EFF-CE31-0C9C-FF6A59759864}" dt="2026-07-03T18:21:55.149" v="504" actId="1076"/>
          <ac:cxnSpMkLst>
            <pc:docMk/>
            <pc:sldMk cId="4249585062" sldId="359"/>
            <ac:cxnSpMk id="3" creationId="{9A319AE9-205E-FD8F-B0F8-1370E2A48CC1}"/>
          </ac:cxnSpMkLst>
        </pc:cxnChg>
      </pc:sldChg>
      <pc:sldChg chg="addSp delSp modSp add replId">
        <pc:chgData name="Mohaiminul Islam" userId="S::mohaiminul.islam@northsouth.edu::b8c578dd-123e-4080-8513-c25e2f552200" providerId="AD" clId="Web-{9CE51FA1-9EFF-CE31-0C9C-FF6A59759864}" dt="2026-07-04T00:01:38.122" v="1083" actId="20577"/>
        <pc:sldMkLst>
          <pc:docMk/>
          <pc:sldMk cId="1203622231" sldId="360"/>
        </pc:sldMkLst>
        <pc:spChg chg="add mod ord">
          <ac:chgData name="Mohaiminul Islam" userId="S::mohaiminul.islam@northsouth.edu::b8c578dd-123e-4080-8513-c25e2f552200" providerId="AD" clId="Web-{9CE51FA1-9EFF-CE31-0C9C-FF6A59759864}" dt="2026-07-03T23:44:25.243" v="908"/>
          <ac:spMkLst>
            <pc:docMk/>
            <pc:sldMk cId="1203622231" sldId="360"/>
            <ac:spMk id="2" creationId="{F33B60EE-C72A-C4B8-C713-A076E4497BC6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18:16:10.777" v="413" actId="14100"/>
          <ac:spMkLst>
            <pc:docMk/>
            <pc:sldMk cId="1203622231" sldId="360"/>
            <ac:spMk id="3" creationId="{DED6D55A-6997-13C2-A7A9-74D63A33FF4F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01:38.122" v="1083" actId="20577"/>
          <ac:spMkLst>
            <pc:docMk/>
            <pc:sldMk cId="1203622231" sldId="360"/>
            <ac:spMk id="4" creationId="{CFFB8819-B08A-6ACF-D1F0-23D99922A6D7}"/>
          </ac:spMkLst>
        </pc:spChg>
        <pc:spChg chg="add del">
          <ac:chgData name="Mohaiminul Islam" userId="S::mohaiminul.islam@northsouth.edu::b8c578dd-123e-4080-8513-c25e2f552200" providerId="AD" clId="Web-{9CE51FA1-9EFF-CE31-0C9C-FF6A59759864}" dt="2026-07-03T18:15:36.432" v="406"/>
          <ac:spMkLst>
            <pc:docMk/>
            <pc:sldMk cId="1203622231" sldId="360"/>
            <ac:spMk id="6" creationId="{73812A3E-3D25-7689-D91E-3EC17893340E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18:17:21.953" v="432" actId="14100"/>
          <ac:spMkLst>
            <pc:docMk/>
            <pc:sldMk cId="1203622231" sldId="360"/>
            <ac:spMk id="7" creationId="{9C56D498-58A0-3B53-1E9D-CD9D2D03D4C0}"/>
          </ac:spMkLst>
        </pc:spChg>
        <pc:spChg chg="add del">
          <ac:chgData name="Mohaiminul Islam" userId="S::mohaiminul.islam@northsouth.edu::b8c578dd-123e-4080-8513-c25e2f552200" providerId="AD" clId="Web-{9CE51FA1-9EFF-CE31-0C9C-FF6A59759864}" dt="2026-07-03T18:17:31.140" v="434"/>
          <ac:spMkLst>
            <pc:docMk/>
            <pc:sldMk cId="1203622231" sldId="360"/>
            <ac:spMk id="9" creationId="{1E92E8C8-181D-FD8A-D330-B863D3C5CF66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23:42:55.475" v="895"/>
          <ac:spMkLst>
            <pc:docMk/>
            <pc:sldMk cId="1203622231" sldId="360"/>
            <ac:spMk id="10" creationId="{10712C72-60D3-7BA3-E3FD-172D5FEFAB03}"/>
          </ac:spMkLst>
        </pc:spChg>
        <pc:spChg chg="add del">
          <ac:chgData name="Mohaiminul Islam" userId="S::mohaiminul.islam@northsouth.edu::b8c578dd-123e-4080-8513-c25e2f552200" providerId="AD" clId="Web-{9CE51FA1-9EFF-CE31-0C9C-FF6A59759864}" dt="2026-07-03T18:18:22.767" v="440"/>
          <ac:spMkLst>
            <pc:docMk/>
            <pc:sldMk cId="1203622231" sldId="360"/>
            <ac:spMk id="12" creationId="{27E74F3A-7A44-A6F0-DCBC-DCACF0BDE14F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23:43:15.241" v="896"/>
          <ac:spMkLst>
            <pc:docMk/>
            <pc:sldMk cId="1203622231" sldId="360"/>
            <ac:spMk id="13" creationId="{CB25AC4D-9B60-9FC3-A305-27BC3DF10119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23:44:14.821" v="905"/>
          <ac:spMkLst>
            <pc:docMk/>
            <pc:sldMk cId="1203622231" sldId="360"/>
            <ac:spMk id="14" creationId="{98CA3294-0B41-AB0D-C226-AE1416A47A06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23:44:15.227" v="906"/>
          <ac:spMkLst>
            <pc:docMk/>
            <pc:sldMk cId="1203622231" sldId="360"/>
            <ac:spMk id="15" creationId="{08CF4E29-BE22-6E2B-BA9B-6597C4244557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18:20:17.411" v="471" actId="14100"/>
          <ac:spMkLst>
            <pc:docMk/>
            <pc:sldMk cId="1203622231" sldId="360"/>
            <ac:spMk id="16" creationId="{526162A9-DCDD-8616-A423-F4A46B994E95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18:11:42.027" v="323" actId="20577"/>
          <ac:spMkLst>
            <pc:docMk/>
            <pc:sldMk cId="1203622231" sldId="360"/>
            <ac:spMk id="110" creationId="{034130E0-8A04-3014-EF47-C436A3782E2A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18:20:47.397" v="500" actId="20577"/>
          <ac:spMkLst>
            <pc:docMk/>
            <pc:sldMk cId="1203622231" sldId="360"/>
            <ac:spMk id="111" creationId="{8BC9D612-9F11-4AB8-221D-D1474148E4AA}"/>
          </ac:spMkLst>
        </pc:spChg>
      </pc:sldChg>
      <pc:sldChg chg="delSp modSp add ord replId">
        <pc:chgData name="Mohaiminul Islam" userId="S::mohaiminul.islam@northsouth.edu::b8c578dd-123e-4080-8513-c25e2f552200" providerId="AD" clId="Web-{9CE51FA1-9EFF-CE31-0C9C-FF6A59759864}" dt="2026-07-04T00:06:55.914" v="1155"/>
        <pc:sldMkLst>
          <pc:docMk/>
          <pc:sldMk cId="4163582909" sldId="361"/>
        </pc:sldMkLst>
        <pc:spChg chg="del mod">
          <ac:chgData name="Mohaiminul Islam" userId="S::mohaiminul.islam@northsouth.edu::b8c578dd-123e-4080-8513-c25e2f552200" providerId="AD" clId="Web-{9CE51FA1-9EFF-CE31-0C9C-FF6A59759864}" dt="2026-07-03T23:27:16.422" v="691"/>
          <ac:spMkLst>
            <pc:docMk/>
            <pc:sldMk cId="4163582909" sldId="361"/>
            <ac:spMk id="2" creationId="{687FF243-D688-B263-F244-8E06396C4292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4T00:06:55.914" v="1155"/>
          <ac:spMkLst>
            <pc:docMk/>
            <pc:sldMk cId="4163582909" sldId="361"/>
            <ac:spMk id="4" creationId="{C5F9179F-1C56-26AE-444E-FD1101C2197C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22:22.178" v="563" actId="20577"/>
          <ac:spMkLst>
            <pc:docMk/>
            <pc:sldMk cId="4163582909" sldId="361"/>
            <ac:spMk id="110" creationId="{7E868F66-2AD9-67D5-888C-1007B476616A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27:02.765" v="689" actId="20577"/>
          <ac:spMkLst>
            <pc:docMk/>
            <pc:sldMk cId="4163582909" sldId="361"/>
            <ac:spMk id="111" creationId="{87E7771F-0212-496C-74E3-D1FE2D8802FB}"/>
          </ac:spMkLst>
        </pc:spChg>
        <pc:cxnChg chg="del">
          <ac:chgData name="Mohaiminul Islam" userId="S::mohaiminul.islam@northsouth.edu::b8c578dd-123e-4080-8513-c25e2f552200" providerId="AD" clId="Web-{9CE51FA1-9EFF-CE31-0C9C-FF6A59759864}" dt="2026-07-03T23:37:34.709" v="812"/>
          <ac:cxnSpMkLst>
            <pc:docMk/>
            <pc:sldMk cId="4163582909" sldId="361"/>
            <ac:cxnSpMk id="3" creationId="{2CFA37E0-A235-E5B2-55B1-8D433DBDA2C2}"/>
          </ac:cxnSpMkLst>
        </pc:cxnChg>
      </pc:sldChg>
      <pc:sldChg chg="addSp delSp modSp add ord replId">
        <pc:chgData name="Mohaiminul Islam" userId="S::mohaiminul.islam@northsouth.edu::b8c578dd-123e-4080-8513-c25e2f552200" providerId="AD" clId="Web-{9CE51FA1-9EFF-CE31-0C9C-FF6A59759864}" dt="2026-07-04T00:01:45.153" v="1086" actId="20577"/>
        <pc:sldMkLst>
          <pc:docMk/>
          <pc:sldMk cId="2985773119" sldId="362"/>
        </pc:sldMkLst>
        <pc:spChg chg="add del mod">
          <ac:chgData name="Mohaiminul Islam" userId="S::mohaiminul.islam@northsouth.edu::b8c578dd-123e-4080-8513-c25e2f552200" providerId="AD" clId="Web-{9CE51FA1-9EFF-CE31-0C9C-FF6A59759864}" dt="2026-07-03T23:36:49.707" v="796"/>
          <ac:spMkLst>
            <pc:docMk/>
            <pc:sldMk cId="2985773119" sldId="362"/>
            <ac:spMk id="2" creationId="{435F2490-D01E-14BF-63D4-D44C50411A55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36:52.441" v="798"/>
          <ac:spMkLst>
            <pc:docMk/>
            <pc:sldMk cId="2985773119" sldId="362"/>
            <ac:spMk id="3" creationId="{35CA8FE7-3FB6-8EA4-2273-B760F183F7F2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01:45.153" v="1086" actId="20577"/>
          <ac:spMkLst>
            <pc:docMk/>
            <pc:sldMk cId="2985773119" sldId="362"/>
            <ac:spMk id="4" creationId="{EAA17B57-792E-6660-964F-3EA1C93EA92A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36:54.692" v="800"/>
          <ac:spMkLst>
            <pc:docMk/>
            <pc:sldMk cId="2985773119" sldId="362"/>
            <ac:spMk id="7" creationId="{FFDF58B2-A9FA-94CE-A948-1C5DCB13B10E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3T23:36:52.207" v="797"/>
          <ac:spMkLst>
            <pc:docMk/>
            <pc:sldMk cId="2985773119" sldId="362"/>
            <ac:spMk id="10" creationId="{70FAB06C-AC82-5AD8-BAE9-532C1C874F70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36:55.613" v="801"/>
          <ac:spMkLst>
            <pc:docMk/>
            <pc:sldMk cId="2985773119" sldId="362"/>
            <ac:spMk id="13" creationId="{061945A7-CFA8-11F7-DCC8-E45713E5FB5A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36:57.160" v="803"/>
          <ac:spMkLst>
            <pc:docMk/>
            <pc:sldMk cId="2985773119" sldId="362"/>
            <ac:spMk id="14" creationId="{A9176E6F-17A0-3A27-5E0D-FCDC0C540C79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36:56.379" v="802"/>
          <ac:spMkLst>
            <pc:docMk/>
            <pc:sldMk cId="2985773119" sldId="362"/>
            <ac:spMk id="15" creationId="{803E2CFE-D9E8-6CD2-B5DC-0E5373403007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36:53.348" v="799"/>
          <ac:spMkLst>
            <pc:docMk/>
            <pc:sldMk cId="2985773119" sldId="362"/>
            <ac:spMk id="16" creationId="{F3413ED2-DC86-F4C7-6088-68A515095EBB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28:42.722" v="697" actId="20577"/>
          <ac:spMkLst>
            <pc:docMk/>
            <pc:sldMk cId="2985773119" sldId="362"/>
            <ac:spMk id="110" creationId="{55140805-4FA3-4FA2-4441-032BCD44A046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39:27.775" v="879" actId="20577"/>
          <ac:spMkLst>
            <pc:docMk/>
            <pc:sldMk cId="2985773119" sldId="362"/>
            <ac:spMk id="111" creationId="{89D7EE16-D3FA-EA8C-945E-134C9044395C}"/>
          </ac:spMkLst>
        </pc:spChg>
      </pc:sldChg>
      <pc:sldChg chg="addSp delSp modSp add replId">
        <pc:chgData name="Mohaiminul Islam" userId="S::mohaiminul.islam@northsouth.edu::b8c578dd-123e-4080-8513-c25e2f552200" providerId="AD" clId="Web-{9CE51FA1-9EFF-CE31-0C9C-FF6A59759864}" dt="2026-07-04T00:09:34.513" v="1178"/>
        <pc:sldMkLst>
          <pc:docMk/>
          <pc:sldMk cId="4045547519" sldId="363"/>
        </pc:sldMkLst>
        <pc:spChg chg="mod">
          <ac:chgData name="Mohaiminul Islam" userId="S::mohaiminul.islam@northsouth.edu::b8c578dd-123e-4080-8513-c25e2f552200" providerId="AD" clId="Web-{9CE51FA1-9EFF-CE31-0C9C-FF6A59759864}" dt="2026-07-03T23:39:59.401" v="883" actId="1076"/>
          <ac:spMkLst>
            <pc:docMk/>
            <pc:sldMk cId="4045547519" sldId="363"/>
            <ac:spMk id="2" creationId="{102D3A2D-35B0-3E86-8FD4-A525AF7875AE}"/>
          </ac:spMkLst>
        </pc:spChg>
        <pc:spChg chg="mod ord">
          <ac:chgData name="Mohaiminul Islam" userId="S::mohaiminul.islam@northsouth.edu::b8c578dd-123e-4080-8513-c25e2f552200" providerId="AD" clId="Web-{9CE51FA1-9EFF-CE31-0C9C-FF6A59759864}" dt="2026-07-04T00:09:34.513" v="1178"/>
          <ac:spMkLst>
            <pc:docMk/>
            <pc:sldMk cId="4045547519" sldId="363"/>
            <ac:spMk id="3" creationId="{5660A5A2-F2D2-1DB8-DF34-B976F200D8B3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02:06.154" v="1092" actId="20577"/>
          <ac:spMkLst>
            <pc:docMk/>
            <pc:sldMk cId="4045547519" sldId="363"/>
            <ac:spMk id="4" creationId="{AA3F36A2-6E97-717C-E70A-F3658EA32234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3T23:40:57.840" v="894"/>
          <ac:spMkLst>
            <pc:docMk/>
            <pc:sldMk cId="4045547519" sldId="363"/>
            <ac:spMk id="5" creationId="{9F763074-0D9B-307C-34B1-2E706F8C3431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39:47.885" v="881" actId="1076"/>
          <ac:spMkLst>
            <pc:docMk/>
            <pc:sldMk cId="4045547519" sldId="363"/>
            <ac:spMk id="7" creationId="{78B1D71E-09BF-8F36-F582-25BE78C0B3B4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40:18.042" v="886" actId="1076"/>
          <ac:spMkLst>
            <pc:docMk/>
            <pc:sldMk cId="4045547519" sldId="363"/>
            <ac:spMk id="10" creationId="{676BFDD1-552F-D165-2AE8-AD729C687987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39:51.541" v="882" actId="1076"/>
          <ac:spMkLst>
            <pc:docMk/>
            <pc:sldMk cId="4045547519" sldId="363"/>
            <ac:spMk id="14" creationId="{E0A61073-9E05-BA52-FA53-54C241DCF218}"/>
          </ac:spMkLst>
        </pc:spChg>
        <pc:spChg chg="del mod">
          <ac:chgData name="Mohaiminul Islam" userId="S::mohaiminul.islam@northsouth.edu::b8c578dd-123e-4080-8513-c25e2f552200" providerId="AD" clId="Web-{9CE51FA1-9EFF-CE31-0C9C-FF6A59759864}" dt="2026-07-03T23:40:29.918" v="888"/>
          <ac:spMkLst>
            <pc:docMk/>
            <pc:sldMk cId="4045547519" sldId="363"/>
            <ac:spMk id="15" creationId="{A7631555-5FD2-2B92-4D19-8551AD7FDCCD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40:11.761" v="885" actId="1076"/>
          <ac:spMkLst>
            <pc:docMk/>
            <pc:sldMk cId="4045547519" sldId="363"/>
            <ac:spMk id="16" creationId="{2AEB3B47-4FA0-5343-AF47-AC6D1FCBF502}"/>
          </ac:spMkLst>
        </pc:spChg>
      </pc:sldChg>
      <pc:sldChg chg="addSp delSp modSp add ord replId">
        <pc:chgData name="Mohaiminul Islam" userId="S::mohaiminul.islam@northsouth.edu::b8c578dd-123e-4080-8513-c25e2f552200" providerId="AD" clId="Web-{9CE51FA1-9EFF-CE31-0C9C-FF6A59759864}" dt="2026-07-04T00:11:14.219" v="1208"/>
        <pc:sldMkLst>
          <pc:docMk/>
          <pc:sldMk cId="3365425650" sldId="364"/>
        </pc:sldMkLst>
        <pc:spChg chg="add mod">
          <ac:chgData name="Mohaiminul Islam" userId="S::mohaiminul.islam@northsouth.edu::b8c578dd-123e-4080-8513-c25e2f552200" providerId="AD" clId="Web-{9CE51FA1-9EFF-CE31-0C9C-FF6A59759864}" dt="2026-07-04T00:02:20.045" v="1100" actId="20577"/>
          <ac:spMkLst>
            <pc:docMk/>
            <pc:sldMk cId="3365425650" sldId="364"/>
            <ac:spMk id="2" creationId="{5A1DB11F-0192-5611-72F8-7F87D1D59BF0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02:14.701" v="1098" actId="20577"/>
          <ac:spMkLst>
            <pc:docMk/>
            <pc:sldMk cId="3365425650" sldId="364"/>
            <ac:spMk id="4" creationId="{A4718354-FC61-4346-7721-698B54401117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1:14.219" v="1208"/>
          <ac:spMkLst>
            <pc:docMk/>
            <pc:sldMk cId="3365425650" sldId="364"/>
            <ac:spMk id="6" creationId="{290B5D4C-7AAD-0E53-67F3-E4B6EB5F6BD6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1:10.860" v="1204"/>
          <ac:spMkLst>
            <pc:docMk/>
            <pc:sldMk cId="3365425650" sldId="364"/>
            <ac:spMk id="7" creationId="{AD05D111-6447-9CAD-80BE-0C69DA2BA4B5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1:05.438" v="1202"/>
          <ac:spMkLst>
            <pc:docMk/>
            <pc:sldMk cId="3365425650" sldId="364"/>
            <ac:spMk id="9" creationId="{BC18F2D5-25E8-4A34-C169-E8C5A98E7EA9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1:04.235" v="1200"/>
          <ac:spMkLst>
            <pc:docMk/>
            <pc:sldMk cId="3365425650" sldId="364"/>
            <ac:spMk id="11" creationId="{C8513017-5C12-A170-9561-9166AAAA2B4A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1:02.719" v="1198"/>
          <ac:spMkLst>
            <pc:docMk/>
            <pc:sldMk cId="3365425650" sldId="364"/>
            <ac:spMk id="13" creationId="{EB6A7A8C-F216-EA5A-8B63-56BC87B2710D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1:00.281" v="1196"/>
          <ac:spMkLst>
            <pc:docMk/>
            <pc:sldMk cId="3365425650" sldId="364"/>
            <ac:spMk id="15" creationId="{9456F598-9A5B-5957-FBB7-E80341F1DB5E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3T23:49:39.004" v="932" actId="20577"/>
          <ac:spMkLst>
            <pc:docMk/>
            <pc:sldMk cId="3365425650" sldId="364"/>
            <ac:spMk id="110" creationId="{0164BA3B-A671-CB65-2665-3C5A18A9401C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00:54.183" v="1078" actId="20577"/>
          <ac:spMkLst>
            <pc:docMk/>
            <pc:sldMk cId="3365425650" sldId="364"/>
            <ac:spMk id="111" creationId="{90FDFAB9-53E0-A8C9-4D00-64F8ED972CCC}"/>
          </ac:spMkLst>
        </pc:spChg>
        <pc:cxnChg chg="add mod">
          <ac:chgData name="Mohaiminul Islam" userId="S::mohaiminul.islam@northsouth.edu::b8c578dd-123e-4080-8513-c25e2f552200" providerId="AD" clId="Web-{9CE51FA1-9EFF-CE31-0C9C-FF6A59759864}" dt="2026-07-03T23:59:16.992" v="1064"/>
          <ac:cxnSpMkLst>
            <pc:docMk/>
            <pc:sldMk cId="3365425650" sldId="364"/>
            <ac:cxnSpMk id="3" creationId="{8E68AE88-EC27-D154-30BA-D5FE8F7EB46D}"/>
          </ac:cxnSpMkLst>
        </pc:cxnChg>
      </pc:sldChg>
      <pc:sldChg chg="addSp delSp modSp add ord replId">
        <pc:chgData name="Mohaiminul Islam" userId="S::mohaiminul.islam@northsouth.edu::b8c578dd-123e-4080-8513-c25e2f552200" providerId="AD" clId="Web-{9CE51FA1-9EFF-CE31-0C9C-FF6A59759864}" dt="2026-07-04T00:23:25.869" v="1341" actId="20577"/>
        <pc:sldMkLst>
          <pc:docMk/>
          <pc:sldMk cId="2690452011" sldId="365"/>
        </pc:sldMkLst>
        <pc:spChg chg="add mod">
          <ac:chgData name="Mohaiminul Islam" userId="S::mohaiminul.islam@northsouth.edu::b8c578dd-123e-4080-8513-c25e2f552200" providerId="AD" clId="Web-{9CE51FA1-9EFF-CE31-0C9C-FF6A59759864}" dt="2026-07-04T00:16:08.683" v="1320" actId="1076"/>
          <ac:spMkLst>
            <pc:docMk/>
            <pc:sldMk cId="2690452011" sldId="365"/>
            <ac:spMk id="2" creationId="{F7CD227A-4323-B4B4-9415-C8B35988FE38}"/>
          </ac:spMkLst>
        </pc:spChg>
        <pc:spChg chg="del">
          <ac:chgData name="Mohaiminul Islam" userId="S::mohaiminul.islam@northsouth.edu::b8c578dd-123e-4080-8513-c25e2f552200" providerId="AD" clId="Web-{9CE51FA1-9EFF-CE31-0C9C-FF6A59759864}" dt="2026-07-04T00:03:05.781" v="1104"/>
          <ac:spMkLst>
            <pc:docMk/>
            <pc:sldMk cId="2690452011" sldId="365"/>
            <ac:spMk id="4" creationId="{F0EE95EF-CBB6-8242-74A3-4C77BDBB65E6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3:02.036" v="1235"/>
          <ac:spMkLst>
            <pc:docMk/>
            <pc:sldMk cId="2690452011" sldId="365"/>
            <ac:spMk id="5" creationId="{D14B3F9D-87C6-675F-87AB-E9DBA662962B}"/>
          </ac:spMkLst>
        </pc:spChg>
        <pc:spChg chg="add del mod">
          <ac:chgData name="Mohaiminul Islam" userId="S::mohaiminul.islam@northsouth.edu::b8c578dd-123e-4080-8513-c25e2f552200" providerId="AD" clId="Web-{9CE51FA1-9EFF-CE31-0C9C-FF6A59759864}" dt="2026-07-04T00:13:00.895" v="1234"/>
          <ac:spMkLst>
            <pc:docMk/>
            <pc:sldMk cId="2690452011" sldId="365"/>
            <ac:spMk id="7" creationId="{F37F9B6A-1DDA-F129-FE93-EDF921DFA941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12:15.628" v="1226" actId="20577"/>
          <ac:spMkLst>
            <pc:docMk/>
            <pc:sldMk cId="2690452011" sldId="365"/>
            <ac:spMk id="110" creationId="{B16425C2-FE7D-FE04-E3A4-EB7E93634846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23:25.869" v="1341" actId="20577"/>
          <ac:spMkLst>
            <pc:docMk/>
            <pc:sldMk cId="2690452011" sldId="365"/>
            <ac:spMk id="111" creationId="{89CB6361-B7AC-FAC9-A44C-5D6491A205F4}"/>
          </ac:spMkLst>
        </pc:spChg>
      </pc:sldChg>
      <pc:sldChg chg="modSp add">
        <pc:chgData name="Mohaiminul Islam" userId="S::mohaiminul.islam@northsouth.edu::b8c578dd-123e-4080-8513-c25e2f552200" providerId="AD" clId="Web-{9CE51FA1-9EFF-CE31-0C9C-FF6A59759864}" dt="2026-07-04T00:11:51.064" v="1213" actId="14100"/>
        <pc:sldMkLst>
          <pc:docMk/>
          <pc:sldMk cId="2058194996" sldId="366"/>
        </pc:sldMkLst>
        <pc:spChg chg="mod">
          <ac:chgData name="Mohaiminul Islam" userId="S::mohaiminul.islam@northsouth.edu::b8c578dd-123e-4080-8513-c25e2f552200" providerId="AD" clId="Web-{9CE51FA1-9EFF-CE31-0C9C-FF6A59759864}" dt="2026-07-04T00:11:42.877" v="1212" actId="14100"/>
          <ac:spMkLst>
            <pc:docMk/>
            <pc:sldMk cId="2058194996" sldId="366"/>
            <ac:spMk id="6" creationId="{290B5D4C-7AAD-0E53-67F3-E4B6EB5F6BD6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11:51.064" v="1213" actId="14100"/>
          <ac:spMkLst>
            <pc:docMk/>
            <pc:sldMk cId="2058194996" sldId="366"/>
            <ac:spMk id="7" creationId="{AD05D111-6447-9CAD-80BE-0C69DA2BA4B5}"/>
          </ac:spMkLst>
        </pc:spChg>
      </pc:sldChg>
      <pc:sldChg chg="modSp add replId">
        <pc:chgData name="Mohaiminul Islam" userId="S::mohaiminul.islam@northsouth.edu::b8c578dd-123e-4080-8513-c25e2f552200" providerId="AD" clId="Web-{9CE51FA1-9EFF-CE31-0C9C-FF6A59759864}" dt="2026-07-04T00:24:29.637" v="1399" actId="20577"/>
        <pc:sldMkLst>
          <pc:docMk/>
          <pc:sldMk cId="355896700" sldId="367"/>
        </pc:sldMkLst>
        <pc:spChg chg="mod">
          <ac:chgData name="Mohaiminul Islam" userId="S::mohaiminul.islam@northsouth.edu::b8c578dd-123e-4080-8513-c25e2f552200" providerId="AD" clId="Web-{9CE51FA1-9EFF-CE31-0C9C-FF6A59759864}" dt="2026-07-04T00:14:10.022" v="1283" actId="1076"/>
          <ac:spMkLst>
            <pc:docMk/>
            <pc:sldMk cId="355896700" sldId="367"/>
            <ac:spMk id="2" creationId="{583D09A9-302A-59EB-9518-D7FDA95E889C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14:33.492" v="1286" actId="14100"/>
          <ac:spMkLst>
            <pc:docMk/>
            <pc:sldMk cId="355896700" sldId="367"/>
            <ac:spMk id="5" creationId="{31680407-5113-5DD9-AB65-22F829AE59DF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14:16.616" v="1284" actId="1076"/>
          <ac:spMkLst>
            <pc:docMk/>
            <pc:sldMk cId="355896700" sldId="367"/>
            <ac:spMk id="7" creationId="{63D00A20-BFF3-83DA-4DAB-2580A2B9C3CA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24:29.637" v="1399" actId="20577"/>
          <ac:spMkLst>
            <pc:docMk/>
            <pc:sldMk cId="355896700" sldId="367"/>
            <ac:spMk id="111" creationId="{07CA0D95-BE37-83C1-A31A-C3D2876C9125}"/>
          </ac:spMkLst>
        </pc:spChg>
      </pc:sldChg>
      <pc:sldChg chg="delSp modSp add ord replId">
        <pc:chgData name="Mohaiminul Islam" userId="S::mohaiminul.islam@northsouth.edu::b8c578dd-123e-4080-8513-c25e2f552200" providerId="AD" clId="Web-{9CE51FA1-9EFF-CE31-0C9C-FF6A59759864}" dt="2026-07-04T00:30:52.759" v="1579" actId="20577"/>
        <pc:sldMkLst>
          <pc:docMk/>
          <pc:sldMk cId="2858278964" sldId="368"/>
        </pc:sldMkLst>
        <pc:spChg chg="del mod">
          <ac:chgData name="Mohaiminul Islam" userId="S::mohaiminul.islam@northsouth.edu::b8c578dd-123e-4080-8513-c25e2f552200" providerId="AD" clId="Web-{9CE51FA1-9EFF-CE31-0C9C-FF6A59759864}" dt="2026-07-04T00:30:01.195" v="1572"/>
          <ac:spMkLst>
            <pc:docMk/>
            <pc:sldMk cId="2858278964" sldId="368"/>
            <ac:spMk id="2" creationId="{7DAA5DE7-9B67-EB79-4CE3-A60A90059EC6}"/>
          </ac:spMkLst>
        </pc:spChg>
        <pc:spChg chg="del">
          <ac:chgData name="Mohaiminul Islam" userId="S::mohaiminul.islam@northsouth.edu::b8c578dd-123e-4080-8513-c25e2f552200" providerId="AD" clId="Web-{9CE51FA1-9EFF-CE31-0C9C-FF6A59759864}" dt="2026-07-04T00:29:28.491" v="1556"/>
          <ac:spMkLst>
            <pc:docMk/>
            <pc:sldMk cId="2858278964" sldId="368"/>
            <ac:spMk id="4" creationId="{F293F836-1D62-2E97-CC6B-FA1251C3E839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30:52.759" v="1579" actId="20577"/>
          <ac:spMkLst>
            <pc:docMk/>
            <pc:sldMk cId="2858278964" sldId="368"/>
            <ac:spMk id="110" creationId="{3AC8A4D3-187F-B28B-7780-143DC2EA04A5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29:55.554" v="1568" actId="1076"/>
          <ac:spMkLst>
            <pc:docMk/>
            <pc:sldMk cId="2858278964" sldId="368"/>
            <ac:spMk id="111" creationId="{78350694-2164-63C0-5E9C-C7A94CC13445}"/>
          </ac:spMkLst>
        </pc:spChg>
        <pc:cxnChg chg="del">
          <ac:chgData name="Mohaiminul Islam" userId="S::mohaiminul.islam@northsouth.edu::b8c578dd-123e-4080-8513-c25e2f552200" providerId="AD" clId="Web-{9CE51FA1-9EFF-CE31-0C9C-FF6A59759864}" dt="2026-07-04T00:29:59.664" v="1571"/>
          <ac:cxnSpMkLst>
            <pc:docMk/>
            <pc:sldMk cId="2858278964" sldId="368"/>
            <ac:cxnSpMk id="3" creationId="{A98BBF16-704B-AF2E-671A-12B3F3D22001}"/>
          </ac:cxnSpMkLst>
        </pc:cxnChg>
      </pc:sldChg>
      <pc:sldChg chg="delSp modSp add ord replId">
        <pc:chgData name="Mohaiminul Islam" userId="S::mohaiminul.islam@northsouth.edu::b8c578dd-123e-4080-8513-c25e2f552200" providerId="AD" clId="Web-{9CE51FA1-9EFF-CE31-0C9C-FF6A59759864}" dt="2026-07-04T00:34:03.781" v="1699" actId="20577"/>
        <pc:sldMkLst>
          <pc:docMk/>
          <pc:sldMk cId="1801124534" sldId="369"/>
        </pc:sldMkLst>
        <pc:spChg chg="mod">
          <ac:chgData name="Mohaiminul Islam" userId="S::mohaiminul.islam@northsouth.edu::b8c578dd-123e-4080-8513-c25e2f552200" providerId="AD" clId="Web-{9CE51FA1-9EFF-CE31-0C9C-FF6A59759864}" dt="2026-07-04T00:32:22.231" v="1612" actId="20577"/>
          <ac:spMkLst>
            <pc:docMk/>
            <pc:sldMk cId="1801124534" sldId="369"/>
            <ac:spMk id="2" creationId="{A292ACC9-D3A5-5FA5-5F78-01C86624FADF}"/>
          </ac:spMkLst>
        </pc:spChg>
        <pc:spChg chg="del">
          <ac:chgData name="Mohaiminul Islam" userId="S::mohaiminul.islam@northsouth.edu::b8c578dd-123e-4080-8513-c25e2f552200" providerId="AD" clId="Web-{9CE51FA1-9EFF-CE31-0C9C-FF6A59759864}" dt="2026-07-04T00:32:28.075" v="1613"/>
          <ac:spMkLst>
            <pc:docMk/>
            <pc:sldMk cId="1801124534" sldId="369"/>
            <ac:spMk id="5" creationId="{0697C5B2-76C6-DA6C-0DF9-B4AF533DE4B7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32:32.841" v="1615" actId="14100"/>
          <ac:spMkLst>
            <pc:docMk/>
            <pc:sldMk cId="1801124534" sldId="369"/>
            <ac:spMk id="7" creationId="{9DC4834C-7E61-EB2E-3729-F43AF442BE40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31:03.760" v="1586" actId="20577"/>
          <ac:spMkLst>
            <pc:docMk/>
            <pc:sldMk cId="1801124534" sldId="369"/>
            <ac:spMk id="110" creationId="{4C66848D-3057-7351-7A95-DAF34731EA11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34:03.781" v="1699" actId="20577"/>
          <ac:spMkLst>
            <pc:docMk/>
            <pc:sldMk cId="1801124534" sldId="369"/>
            <ac:spMk id="111" creationId="{DC478434-D92B-30C7-A1B2-6AEBED633E60}"/>
          </ac:spMkLst>
        </pc:spChg>
      </pc:sldChg>
      <pc:sldChg chg="addSp delSp modSp add replId">
        <pc:chgData name="Mohaiminul Islam" userId="S::mohaiminul.islam@northsouth.edu::b8c578dd-123e-4080-8513-c25e2f552200" providerId="AD" clId="Web-{9CE51FA1-9EFF-CE31-0C9C-FF6A59759864}" dt="2026-07-04T00:40:13.465" v="1827" actId="14100"/>
        <pc:sldMkLst>
          <pc:docMk/>
          <pc:sldMk cId="874532179" sldId="370"/>
        </pc:sldMkLst>
        <pc:spChg chg="del">
          <ac:chgData name="Mohaiminul Islam" userId="S::mohaiminul.islam@northsouth.edu::b8c578dd-123e-4080-8513-c25e2f552200" providerId="AD" clId="Web-{9CE51FA1-9EFF-CE31-0C9C-FF6A59759864}" dt="2026-07-04T00:36:02.895" v="1765"/>
          <ac:spMkLst>
            <pc:docMk/>
            <pc:sldMk cId="874532179" sldId="370"/>
            <ac:spMk id="2" creationId="{A69C7C8F-BE7F-C5AA-CBA6-15D23210F210}"/>
          </ac:spMkLst>
        </pc:spChg>
        <pc:spChg chg="add mod">
          <ac:chgData name="Mohaiminul Islam" userId="S::mohaiminul.islam@northsouth.edu::b8c578dd-123e-4080-8513-c25e2f552200" providerId="AD" clId="Web-{9CE51FA1-9EFF-CE31-0C9C-FF6A59759864}" dt="2026-07-04T00:40:07.465" v="1826" actId="14100"/>
          <ac:spMkLst>
            <pc:docMk/>
            <pc:sldMk cId="874532179" sldId="370"/>
            <ac:spMk id="3" creationId="{343E1C5A-BEE1-EBC8-C1AB-8457FFA01B75}"/>
          </ac:spMkLst>
        </pc:spChg>
        <pc:spChg chg="del">
          <ac:chgData name="Mohaiminul Islam" userId="S::mohaiminul.islam@northsouth.edu::b8c578dd-123e-4080-8513-c25e2f552200" providerId="AD" clId="Web-{9CE51FA1-9EFF-CE31-0C9C-FF6A59759864}" dt="2026-07-04T00:36:05.176" v="1766"/>
          <ac:spMkLst>
            <pc:docMk/>
            <pc:sldMk cId="874532179" sldId="370"/>
            <ac:spMk id="7" creationId="{6A0252A9-F950-000B-56CA-5AA4E6612455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35:07.674" v="1701" actId="20577"/>
          <ac:spMkLst>
            <pc:docMk/>
            <pc:sldMk cId="874532179" sldId="370"/>
            <ac:spMk id="110" creationId="{D13D3C47-A2CF-7E00-A37D-B9749A1B27AE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40:13.465" v="1827" actId="14100"/>
          <ac:spMkLst>
            <pc:docMk/>
            <pc:sldMk cId="874532179" sldId="370"/>
            <ac:spMk id="111" creationId="{68300E84-4901-5B38-84E5-A99771AAE253}"/>
          </ac:spMkLst>
        </pc:spChg>
      </pc:sldChg>
      <pc:sldChg chg="modSp add ord replId">
        <pc:chgData name="Mohaiminul Islam" userId="S::mohaiminul.islam@northsouth.edu::b8c578dd-123e-4080-8513-c25e2f552200" providerId="AD" clId="Web-{9CE51FA1-9EFF-CE31-0C9C-FF6A59759864}" dt="2026-07-04T00:44:24.618" v="1969" actId="20577"/>
        <pc:sldMkLst>
          <pc:docMk/>
          <pc:sldMk cId="2179344601" sldId="371"/>
        </pc:sldMkLst>
        <pc:spChg chg="mod">
          <ac:chgData name="Mohaiminul Islam" userId="S::mohaiminul.islam@northsouth.edu::b8c578dd-123e-4080-8513-c25e2f552200" providerId="AD" clId="Web-{9CE51FA1-9EFF-CE31-0C9C-FF6A59759864}" dt="2026-07-04T00:40:49.389" v="1834" actId="20577"/>
          <ac:spMkLst>
            <pc:docMk/>
            <pc:sldMk cId="2179344601" sldId="371"/>
            <ac:spMk id="110" creationId="{513948BD-EAAF-3899-DBB9-D15E3E547349}"/>
          </ac:spMkLst>
        </pc:spChg>
        <pc:spChg chg="mod">
          <ac:chgData name="Mohaiminul Islam" userId="S::mohaiminul.islam@northsouth.edu::b8c578dd-123e-4080-8513-c25e2f552200" providerId="AD" clId="Web-{9CE51FA1-9EFF-CE31-0C9C-FF6A59759864}" dt="2026-07-04T00:44:24.618" v="1969" actId="20577"/>
          <ac:spMkLst>
            <pc:docMk/>
            <pc:sldMk cId="2179344601" sldId="371"/>
            <ac:spMk id="111" creationId="{111E1D1B-7B47-ED70-CD9A-D13F334BADD5}"/>
          </ac:spMkLst>
        </pc:spChg>
      </pc:sldChg>
      <pc:sldChg chg="add del replId">
        <pc:chgData name="Mohaiminul Islam" userId="S::mohaiminul.islam@northsouth.edu::b8c578dd-123e-4080-8513-c25e2f552200" providerId="AD" clId="Web-{9CE51FA1-9EFF-CE31-0C9C-FF6A59759864}" dt="2026-07-04T00:37:45.492" v="1805"/>
        <pc:sldMkLst>
          <pc:docMk/>
          <pc:sldMk cId="3668181913" sldId="371"/>
        </pc:sldMkLst>
      </pc:sldChg>
    </pc:docChg>
  </pc:docChgLst>
  <pc:docChgLst>
    <pc:chgData name="Mohaiminul Islam" userId="S::mohaiminul.islam@northsouth.edu::b8c578dd-123e-4080-8513-c25e2f552200" providerId="AD" clId="Web-{458C28FA-8B40-7927-E3B9-6660C12BD64B}"/>
    <pc:docChg chg="modSld">
      <pc:chgData name="Mohaiminul Islam" userId="S::mohaiminul.islam@northsouth.edu::b8c578dd-123e-4080-8513-c25e2f552200" providerId="AD" clId="Web-{458C28FA-8B40-7927-E3B9-6660C12BD64B}" dt="2026-06-17T08:38:12.695" v="3" actId="20577"/>
      <pc:docMkLst>
        <pc:docMk/>
      </pc:docMkLst>
      <pc:sldChg chg="modSp">
        <pc:chgData name="Mohaiminul Islam" userId="S::mohaiminul.islam@northsouth.edu::b8c578dd-123e-4080-8513-c25e2f552200" providerId="AD" clId="Web-{458C28FA-8B40-7927-E3B9-6660C12BD64B}" dt="2026-06-17T08:38:12.695" v="3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458C28FA-8B40-7927-E3B9-6660C12BD64B}" dt="2026-06-17T08:38:12.695" v="3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2T18:55:11.89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1,'1754'0,"-1407"28,-227-14,130 0,-153-16,206 3,-161 11,45 2,493-12,-353-3,-304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2T18:55:19.57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29,'208'2,"226"-4,-234-11,68-2,2081 14,-1081 3,-1245-2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2T18:55:21.55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0,'1728'0,"-1259"15,9-1,-364-16,113 3,-110 12,33 0,505 60,-579-64,49 10,-100-15,0-1,44 1,-42-4,0 2,31 5,-31-1,-3-1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6/12/2026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B050FCA-5417-9E94-977C-9F2756C9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4974E977-1570-53CA-6797-C43D58B7D0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435D21C4-EDA2-9ADE-5192-D91B41342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3860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B7B69DA-B92E-9E45-6578-CFD75080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DAE0DA01-8A88-441F-756E-9AF3924D1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662A1465-F5BC-D9F0-99DF-8025F282D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4826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E2A2C8B-1169-E42B-90FA-3FEA019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EE37F5D-F153-95D8-9000-5EC6DE416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437699EB-D904-B078-AEA6-96741AFA8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3001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071793-F60C-37DA-7A61-2C6E5171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F245ED7B-E036-461D-D4FE-151162FB6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61C79E2-C4C1-F959-F544-29C293014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2721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949C3F6-E1DD-CD8E-FFDA-3CAC5264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2CF2170-A386-FD01-09AD-0370E16FD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9F13BAE-5F74-A07B-483E-7931493E5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8578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5A51EA2-7862-2A14-FCB7-7A5B7698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FCFD5AE9-CD74-FD3B-C5D5-7D9C37E49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E05D0139-EEEF-8613-A999-2BED30E0F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6113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2B4D1EF-0A15-C356-CF55-5FD9A828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D7C50966-F9E0-FD66-5A48-1373598B1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0E019EE-83AE-A14C-C280-111E8F4B0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1988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2648E0-00B0-1C27-481F-BE388668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4F53BEEE-DE30-B7B8-B073-834E6D26FB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6AA51DAE-CA86-21EE-5CFE-C5AEB58BE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715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ECF2500-0A39-70A4-A094-0D59C6B3B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280B50D-2577-3630-A360-B608ABAC1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9CC0FF4-5F8F-98E4-BAA0-19559A8AD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833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FB0D3B-F871-61D0-1317-BFA49981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C994BB3-C7FF-F77A-D085-3CEB4CC0F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9196165-E0A2-9C66-5A89-2B5A27988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936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2F1930D-3632-B5E5-3AB6-C1EEB7B3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EB943C20-720B-37A4-8436-0E618563C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C4260656-B4AD-CDA5-B38B-FF45E89FC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578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53982A-8C0C-2697-A3C6-10691822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23CA83D-0A16-8391-F1BB-2E1F125B0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C7E7EA5-D770-A2D9-BC97-A9BEFF46C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5618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53982A-8C0C-2697-A3C6-10691822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23CA83D-0A16-8391-F1BB-2E1F125B0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C7E7EA5-D770-A2D9-BC97-A9BEFF46C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5618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DF1230C-C058-B968-B8DF-F643D006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63DD7757-B599-198E-6369-FCC496C20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1EAAF61-67F6-89B6-7A5D-651FDE007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4794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7FCC94-C198-8803-B3F4-DBE3BCFA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5ADC783-89E1-D4AE-A1F2-7B23A056D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FB7090BB-AB60-1AA6-1836-5F684CB90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736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B56B940-4170-D93F-4C66-59BF10DA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89B9CF1B-FF44-5324-50F6-1D3F5DAED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47B9E09-5822-EB36-D865-3023E0F23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7129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4951C3-497C-88AF-70A8-1F9AC9E8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2B212666-71E3-C526-3341-3AD2605B3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026155AA-553B-303C-32D5-B97BC6E5F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772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4B52E9-8EC0-603D-DB3B-DACAA60E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D8C500F4-A30F-332C-CC7D-9A133EEA5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61E7C95-1078-5511-5EC7-923CEE7CB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73382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8F5187-85DB-D5BC-1D29-CDF32A58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2D11175-412C-C8AC-5801-4955D36AA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6E6FC19-439A-1D1A-74AE-067160FC4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6997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071793-F60C-37DA-7A61-2C6E5171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F245ED7B-E036-461D-D4FE-151162FB6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61C79E2-C4C1-F959-F544-29C293014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2721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E2A2C8B-1169-E42B-90FA-3FEA019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AEE37F5D-F153-95D8-9000-5EC6DE416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437699EB-D904-B078-AEA6-96741AFA8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30013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3C5829-3955-8805-528B-AF561D63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6BC0B555-D48A-79DC-824E-5322F9575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0DCFE420-57D8-1540-2858-02F769450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80631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77E9C01-2DEF-996C-6A43-F3892F0C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D90E354-D451-570B-3460-DFF835C1D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98F3A8DD-DCDC-D4E8-5408-3212F8315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423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815782" cy="83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609599" y="1200727"/>
            <a:ext cx="11148291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737600" y="6437745"/>
            <a:ext cx="2844800" cy="2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404624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1981200" y="146293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mbria"/>
              <a:buNone/>
            </a:pPr>
            <a:r>
              <a:rPr lang="en-US" sz="4000"/>
              <a:t>CSE115</a:t>
            </a:r>
            <a:br>
              <a:rPr lang="en-US" sz="4000"/>
            </a:br>
            <a:r>
              <a:rPr lang="en-US" sz="4000"/>
              <a:t>Programming Language I</a:t>
            </a:r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981200" y="3130898"/>
            <a:ext cx="82296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Md Mohaiminul Islam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Lecturer, Dept. of ECE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4294967295"/>
          </p:nvPr>
        </p:nvSpPr>
        <p:spPr>
          <a:xfrm>
            <a:off x="2094271" y="4945062"/>
            <a:ext cx="82296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 dirty="0"/>
              <a:t>Lecture 07-09</a:t>
            </a:r>
            <a:endParaRPr dirty="0"/>
          </a:p>
          <a:p>
            <a:pPr marL="0" indent="0" algn="ctr">
              <a:spcBef>
                <a:spcPts val="640"/>
              </a:spcBef>
              <a:buSzPts val="3200"/>
              <a:buNone/>
            </a:pPr>
            <a:r>
              <a:rPr lang="en-US" sz="1400" dirty="0"/>
              <a:t>Version 2: Last updated 18 October ‘26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22857" cy="109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Recap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612632" y="1565659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We learned about logical operators such as &amp;&amp; and || and !</a:t>
            </a:r>
          </a:p>
          <a:p>
            <a:pPr marL="228600" indent="-228600">
              <a:buSzPts val="2800"/>
            </a:pPr>
            <a:r>
              <a:rPr lang="en-US" dirty="0">
                <a:solidFill>
                  <a:srgbClr val="000000"/>
                </a:solidFill>
              </a:rPr>
              <a:t>We learned how to combine all logical operators with relational operators to form complicated conditions</a:t>
            </a:r>
          </a:p>
          <a:p>
            <a:pPr marL="228600" indent="-228600">
              <a:buSzPts val="2800"/>
            </a:pPr>
            <a:r>
              <a:rPr lang="en-US" dirty="0"/>
              <a:t>We didn't use them explicitly, but at this point we should be able to put these conditions inside if/else if to make various decisions</a:t>
            </a:r>
          </a:p>
          <a:p>
            <a:pPr marL="228600" indent="-228600">
              <a:buSzPts val="2800"/>
            </a:pPr>
            <a:r>
              <a:rPr lang="en-US" dirty="0"/>
              <a:t>We also learned about short circuit evaluation, which skips checking the remaining conditions if earlier check is sufficient to form an answer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/>
              <a:t>Precedence of logical operators were discussed but extremely discouraged</a:t>
            </a:r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13AF86-CF76-A05A-D59E-0F79E468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D46D5CB-AD7A-A844-83AF-D4566CCA7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chemeClr val="accent2"/>
                </a:solidFill>
                <a:cs typeface="Arial"/>
              </a:rPr>
              <a:t>An Example Problem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13A4E1E-E429-3AD1-D479-9BA3FC95B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/>
              <a:t>Print all numbers from 1 to 5 in each line</a:t>
            </a:r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A87F9141-CD0E-69C2-624E-9B33D5F10A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6BF25-5EE4-FAD6-1E20-AC18A50D992A}"/>
              </a:ext>
            </a:extLst>
          </p:cNvPr>
          <p:cNvSpPr txBox="1">
            <a:spLocks noChangeArrowheads="1"/>
          </p:cNvSpPr>
          <p:nvPr/>
        </p:nvSpPr>
        <p:spPr>
          <a:xfrm>
            <a:off x="595086" y="2334030"/>
            <a:ext cx="4419600" cy="40227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#include &lt;</a:t>
            </a:r>
            <a:r>
              <a:rPr lang="en-US" sz="1800" dirty="0" err="1">
                <a:latin typeface="Courier New"/>
                <a:cs typeface="Courier New"/>
              </a:rPr>
              <a:t>stdio.h</a:t>
            </a:r>
            <a:r>
              <a:rPr lang="en-US" sz="1800" dirty="0">
                <a:latin typeface="Courier New"/>
                <a:cs typeface="Courier New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("1\n");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("2\n");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("3\n");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("4\n");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("5\n");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urier New"/>
                <a:cs typeface="Courier New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06482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E6B2B6B-BB72-36E7-205B-7E425D796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DF8E3D7-8B2C-68B2-5178-A41D22878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chemeClr val="accent2"/>
                </a:solidFill>
                <a:cs typeface="Arial"/>
              </a:rPr>
              <a:t>An Example Problem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E266C68-E107-5ED2-5670-3050B1BF6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/>
              <a:t>What if asked to print all numbers from 1 to 15 in each line?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Is this the good thing to do? How about 100? 1000?</a:t>
            </a:r>
            <a:endParaRPr lang="en-US" dirty="0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92F3DA71-0A16-4F02-1229-92E2A5B2B8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EA9ED-D560-34A2-7F64-75265CCD678B}"/>
              </a:ext>
            </a:extLst>
          </p:cNvPr>
          <p:cNvSpPr txBox="1">
            <a:spLocks noChangeArrowheads="1"/>
          </p:cNvSpPr>
          <p:nvPr/>
        </p:nvSpPr>
        <p:spPr>
          <a:xfrm>
            <a:off x="595086" y="2675115"/>
            <a:ext cx="4419600" cy="36816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#include &lt;</a:t>
            </a:r>
            <a:r>
              <a:rPr lang="en-US" sz="1800" dirty="0" err="1">
                <a:latin typeface="Courier New"/>
                <a:cs typeface="Courier New"/>
              </a:rPr>
              <a:t>stdio.h</a:t>
            </a:r>
            <a:r>
              <a:rPr lang="en-US" sz="1800" dirty="0">
                <a:latin typeface="Courier New"/>
                <a:cs typeface="Courier New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("1\n");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("2\n");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("3\n");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("4\n");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("5\n");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urier New"/>
                <a:cs typeface="Courier New"/>
              </a:rPr>
              <a:t>     ...</a:t>
            </a:r>
            <a:endParaRPr lang="en-US" sz="18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("14\n");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("15\n");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latin typeface="Courier New"/>
                <a:cs typeface="Courier New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4288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548E68E-A529-500A-B421-21D5B07F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9F36FB96-9DBE-8BF7-F33C-F87D9AF985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Repetition Structure (Loop)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AC2A792-F439-12FB-E79D-875D8123AE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Executes a number of statements more than one time without having to write the statements multiple times.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Two designs of loop :</a:t>
            </a:r>
            <a:endParaRPr lang="en-US" dirty="0"/>
          </a:p>
          <a:p>
            <a:pPr marL="685800" lvl="1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To execute a number of instructions from the program for a finite, </a:t>
            </a:r>
            <a:r>
              <a:rPr lang="en-US" b="1" dirty="0"/>
              <a:t>pre-determined number of time</a:t>
            </a:r>
            <a:r>
              <a:rPr lang="en-US" dirty="0"/>
              <a:t> (Counter-controlled loop)</a:t>
            </a:r>
          </a:p>
          <a:p>
            <a:pPr marL="685800" lvl="1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</a:t>
            </a:r>
            <a:r>
              <a:rPr lang="en-US" sz="2600" dirty="0"/>
              <a:t>o execute a number of instructions </a:t>
            </a:r>
            <a:r>
              <a:rPr lang="en-US" sz="2600" b="1" dirty="0"/>
              <a:t>indefinitely until the user tells it to stop or a special condition is met</a:t>
            </a:r>
            <a:r>
              <a:rPr lang="en-US" sz="2600" dirty="0"/>
              <a:t> (Sentinel-controlled loop)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3200"/>
            </a:pPr>
            <a:r>
              <a:rPr lang="en-US" dirty="0"/>
              <a:t>Eventually, both mean the same thing. Keep doing </a:t>
            </a:r>
            <a:r>
              <a:rPr lang="en-US"/>
              <a:t>something(s) until a certain condition fails</a:t>
            </a: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E1219F01-4BA4-C162-5A9A-4CA734C954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7057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8922005-3462-276A-5F44-891CF68B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9FE1A6B-5349-C883-EAF2-BBA2B9E733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Repetition Structure (Loop)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C0077D30-7B11-9903-617F-9098D6D0F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4F071D38-083D-6DF8-BCA9-41816D9A4F53}"/>
              </a:ext>
            </a:extLst>
          </p:cNvPr>
          <p:cNvSpPr txBox="1"/>
          <p:nvPr/>
        </p:nvSpPr>
        <p:spPr>
          <a:xfrm>
            <a:off x="1853459" y="2690750"/>
            <a:ext cx="3208337" cy="2246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defRPr/>
            </a:pPr>
            <a:r>
              <a:rPr lang="en-US" sz="2800" dirty="0">
                <a:latin typeface="Cambria"/>
                <a:ea typeface="Cambria"/>
              </a:rPr>
              <a:t>Each round of the </a:t>
            </a:r>
            <a:r>
              <a:rPr lang="en-US" sz="2800">
                <a:latin typeface="Cambria"/>
                <a:ea typeface="Cambria"/>
              </a:rPr>
              <a:t>loop, a condition check followed by a set of work, is called an </a:t>
            </a:r>
            <a:r>
              <a:rPr lang="en-US" sz="2800" i="1" dirty="0">
                <a:solidFill>
                  <a:srgbClr val="0000FF"/>
                </a:solidFill>
                <a:latin typeface="Cambria"/>
                <a:ea typeface="Cambria"/>
              </a:rPr>
              <a:t>iteration</a:t>
            </a:r>
            <a:r>
              <a:rPr lang="en-US" sz="2800" dirty="0">
                <a:latin typeface="Cambria"/>
                <a:ea typeface="Cambria"/>
              </a:rPr>
              <a:t>.</a:t>
            </a:r>
            <a:endParaRPr lang="en-SG" sz="2800">
              <a:latin typeface="Cambria"/>
              <a:ea typeface="Cambri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19458D-D2FE-2B01-971D-34633AE3D520}"/>
              </a:ext>
            </a:extLst>
          </p:cNvPr>
          <p:cNvGrpSpPr>
            <a:grpSpLocks/>
          </p:cNvGrpSpPr>
          <p:nvPr/>
        </p:nvGrpSpPr>
        <p:grpSpPr bwMode="auto">
          <a:xfrm>
            <a:off x="6095473" y="2285899"/>
            <a:ext cx="2192338" cy="2292350"/>
            <a:chOff x="9390212" y="2285899"/>
            <a:chExt cx="2191317" cy="2293032"/>
          </a:xfrm>
        </p:grpSpPr>
        <p:sp>
          <p:nvSpPr>
            <p:cNvPr id="16" name="Flowchart: Decision 15">
              <a:extLst>
                <a:ext uri="{FF2B5EF4-FFF2-40B4-BE49-F238E27FC236}">
                  <a16:creationId xmlns:a16="http://schemas.microsoft.com/office/drawing/2014/main" id="{1D1C5B52-04AD-1FAF-FB59-AF02313F0466}"/>
                </a:ext>
              </a:extLst>
            </p:cNvPr>
            <p:cNvSpPr/>
            <p:nvPr/>
          </p:nvSpPr>
          <p:spPr bwMode="auto">
            <a:xfrm>
              <a:off x="9390212" y="2794050"/>
              <a:ext cx="1562959" cy="674888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eaLnBrk="1" hangingPunct="1">
                <a:defRPr/>
              </a:pPr>
              <a:endParaRPr lang="en-SG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BA0AE82-AEC5-6AC9-7C53-C0728BCA0625}"/>
                </a:ext>
              </a:extLst>
            </p:cNvPr>
            <p:cNvCxnSpPr>
              <a:cxnSpLocks noChangeShapeType="1"/>
              <a:endCxn id="16" idx="0"/>
            </p:cNvCxnSpPr>
            <p:nvPr/>
          </p:nvCxnSpPr>
          <p:spPr bwMode="auto">
            <a:xfrm rot="5400000">
              <a:off x="9917075" y="2540380"/>
              <a:ext cx="508966" cy="3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870791E1-D62E-1AEB-4F22-F2D6ED79E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7654" y="2922108"/>
              <a:ext cx="98641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cond?</a:t>
              </a:r>
              <a:endParaRPr lang="en-SG" altLang="en-US" sz="1600" b="1" i="1">
                <a:latin typeface="Times New Roman" panose="02020603050405020304" pitchFamily="18" charset="0"/>
              </a:endParaRPr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C587A025-8547-7A7A-9A69-491404E5EBBA}"/>
                </a:ext>
              </a:extLst>
            </p:cNvPr>
            <p:cNvSpPr/>
            <p:nvPr/>
          </p:nvSpPr>
          <p:spPr bwMode="auto">
            <a:xfrm>
              <a:off x="9686936" y="4024728"/>
              <a:ext cx="1042503" cy="554203"/>
            </a:xfrm>
            <a:prstGeom prst="flowChartProcess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defRPr/>
              </a:pPr>
              <a:r>
                <a:rPr lang="en-SG" sz="1600" b="1" dirty="0"/>
                <a:t>Loop body</a:t>
              </a:r>
            </a:p>
          </p:txBody>
        </p: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E3E94FC4-5906-60DD-3C99-F08A331F0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1439" y="3538085"/>
              <a:ext cx="7754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true</a:t>
              </a:r>
              <a:endParaRPr lang="en-SG" altLang="en-US" sz="16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11EF1565-3948-41A6-EAE0-1B0B39CBA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6694" y="2797965"/>
              <a:ext cx="6948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false</a:t>
              </a:r>
              <a:endParaRPr lang="en-SG" altLang="en-US" sz="12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1EBB95B-A524-A6FF-0BED-2CAA8D1A49E7}"/>
                </a:ext>
              </a:extLst>
            </p:cNvPr>
            <p:cNvCxnSpPr>
              <a:cxnSpLocks noChangeShapeType="1"/>
              <a:stCxn id="16" idx="2"/>
            </p:cNvCxnSpPr>
            <p:nvPr/>
          </p:nvCxnSpPr>
          <p:spPr bwMode="auto">
            <a:xfrm>
              <a:off x="10171729" y="3468386"/>
              <a:ext cx="9134" cy="55655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Elbow Connector 4">
              <a:extLst>
                <a:ext uri="{FF2B5EF4-FFF2-40B4-BE49-F238E27FC236}">
                  <a16:creationId xmlns:a16="http://schemas.microsoft.com/office/drawing/2014/main" id="{FC803A5D-E66D-C68F-E384-575E5D178A2B}"/>
                </a:ext>
              </a:extLst>
            </p:cNvPr>
            <p:cNvCxnSpPr>
              <a:cxnSpLocks noChangeShapeType="1"/>
              <a:stCxn id="19" idx="1"/>
              <a:endCxn id="16" idx="1"/>
            </p:cNvCxnSpPr>
            <p:nvPr/>
          </p:nvCxnSpPr>
          <p:spPr bwMode="auto">
            <a:xfrm rot="10800000">
              <a:off x="9390212" y="3131453"/>
              <a:ext cx="297442" cy="1170486"/>
            </a:xfrm>
            <a:prstGeom prst="bentConnector3">
              <a:avLst>
                <a:gd name="adj1" fmla="val 176856"/>
              </a:avLst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Elbow Connector 6">
              <a:extLst>
                <a:ext uri="{FF2B5EF4-FFF2-40B4-BE49-F238E27FC236}">
                  <a16:creationId xmlns:a16="http://schemas.microsoft.com/office/drawing/2014/main" id="{C13021C7-D912-6B0B-C9B7-DF1A02D4DD7F}"/>
                </a:ext>
              </a:extLst>
            </p:cNvPr>
            <p:cNvCxnSpPr>
              <a:cxnSpLocks noChangeShapeType="1"/>
              <a:stCxn id="16" idx="3"/>
            </p:cNvCxnSpPr>
            <p:nvPr/>
          </p:nvCxnSpPr>
          <p:spPr bwMode="auto">
            <a:xfrm>
              <a:off x="10953245" y="3131453"/>
              <a:ext cx="582221" cy="1348461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466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8D4F15D-5E68-E226-82D5-2BBC5EE6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AD6ECDB2-8C26-930C-BA10-756F18C74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Repetition Structure (Loop)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722AE76-3839-50EC-BCFB-5EDA9BDD4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There are 3 types of loops in C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for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while</a:t>
            </a:r>
          </a:p>
          <a:p>
            <a:pPr marL="685800" lvl="1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do-while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We will mostly use </a:t>
            </a:r>
            <a:r>
              <a:rPr lang="en-US">
                <a:solidFill>
                  <a:schemeClr val="accent5"/>
                </a:solidFill>
              </a:rPr>
              <a:t>while </a:t>
            </a:r>
            <a:r>
              <a:rPr lang="en-US"/>
              <a:t>and </a:t>
            </a:r>
            <a:r>
              <a:rPr lang="en-US">
                <a:solidFill>
                  <a:schemeClr val="accent5"/>
                </a:solidFill>
              </a:rPr>
              <a:t>for</a:t>
            </a:r>
            <a:r>
              <a:rPr lang="en-US"/>
              <a:t>. Use of </a:t>
            </a:r>
            <a:r>
              <a:rPr lang="en-US">
                <a:solidFill>
                  <a:schemeClr val="accent5"/>
                </a:solidFill>
              </a:rPr>
              <a:t>do-while</a:t>
            </a:r>
            <a:r>
              <a:rPr lang="en-US"/>
              <a:t> is extremely rare and can very easily be avoided using the </a:t>
            </a:r>
            <a:r>
              <a:rPr lang="en-US">
                <a:solidFill>
                  <a:schemeClr val="accent5"/>
                </a:solidFill>
              </a:rPr>
              <a:t>while</a:t>
            </a:r>
            <a:r>
              <a:rPr lang="en-US"/>
              <a:t> intelligently.</a:t>
            </a: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33DA202-8FA0-B97A-5DEE-B24A540099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737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B128B1-244A-D870-3774-016B00A9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F923B3F5-A52A-3C2B-6137-8C2FBDAC9D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D0A3262-DBD1-A1CD-1292-3D3F265C0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Syntax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 dirty="0"/>
              <a:t>while( condition ){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 dirty="0"/>
              <a:t> loop statements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 dirty="0"/>
              <a:t>}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As long as the condition is met (the </a:t>
            </a:r>
            <a:r>
              <a:rPr lang="en-US" i="1" dirty="0"/>
              <a:t>condition</a:t>
            </a:r>
            <a:r>
              <a:rPr lang="en-US" dirty="0"/>
              <a:t> expression is </a:t>
            </a:r>
            <a:r>
              <a:rPr lang="en-US" i="1" dirty="0"/>
              <a:t>true</a:t>
            </a:r>
            <a:r>
              <a:rPr lang="en-US" dirty="0"/>
              <a:t>), the statement inside the </a:t>
            </a:r>
            <a:r>
              <a:rPr lang="en-US" i="1" dirty="0"/>
              <a:t>while</a:t>
            </a:r>
            <a:r>
              <a:rPr lang="en-US" dirty="0"/>
              <a:t> loop (also called loop body) will keep getting executed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When the </a:t>
            </a:r>
            <a:r>
              <a:rPr lang="en-US" i="1" dirty="0"/>
              <a:t>condition</a:t>
            </a:r>
            <a:r>
              <a:rPr lang="en-US" dirty="0"/>
              <a:t> is no longer met (the </a:t>
            </a:r>
            <a:r>
              <a:rPr lang="en-US" i="1" dirty="0"/>
              <a:t>condition </a:t>
            </a:r>
            <a:r>
              <a:rPr lang="en-US" dirty="0"/>
              <a:t>expression is </a:t>
            </a:r>
            <a:r>
              <a:rPr lang="en-US" i="1" dirty="0"/>
              <a:t>false</a:t>
            </a:r>
            <a:r>
              <a:rPr lang="en-US" dirty="0"/>
              <a:t>), the program will move on with the next instruction (the one after the </a:t>
            </a:r>
            <a:r>
              <a:rPr lang="en-US" i="1" dirty="0"/>
              <a:t>while</a:t>
            </a:r>
            <a:r>
              <a:rPr lang="en-US" dirty="0"/>
              <a:t> loop)</a:t>
            </a:r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5442CB44-C199-B4D2-29AB-2EF6A12723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5D33D-44FC-C098-B922-285FB079846E}"/>
              </a:ext>
            </a:extLst>
          </p:cNvPr>
          <p:cNvSpPr txBox="1">
            <a:spLocks noChangeArrowheads="1"/>
          </p:cNvSpPr>
          <p:nvPr/>
        </p:nvSpPr>
        <p:spPr>
          <a:xfrm>
            <a:off x="5704114" y="4489401"/>
            <a:ext cx="4288972" cy="17439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1;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while 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5){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("Done\n");</a:t>
            </a: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/>
                <a:cs typeface="Courier New"/>
              </a:rPr>
              <a:t>    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6D0B56F-6112-F3AD-C8F6-4C3B43DD5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8590" y="2343614"/>
            <a:ext cx="4594767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1pPr>
            <a:lvl2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2pPr>
            <a:lvl3pPr marL="11430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3pPr>
            <a:lvl4pPr marL="16002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4pPr>
            <a:lvl5pPr marL="20574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Similar as in the </a:t>
            </a:r>
            <a:r>
              <a:rPr lang="en-US" sz="1600" i="1" dirty="0">
                <a:solidFill>
                  <a:srgbClr val="FF0000"/>
                </a:solidFill>
                <a:latin typeface="Arial" panose="020B0604020202020204" pitchFamily="34" charset="0"/>
              </a:rPr>
              <a:t>if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statement, the condition is an expression that can return </a:t>
            </a:r>
            <a:r>
              <a:rPr lang="en-US" sz="1600" i="1" dirty="0">
                <a:solidFill>
                  <a:srgbClr val="FF0000"/>
                </a:solidFill>
                <a:latin typeface="Arial" panose="020B0604020202020204" pitchFamily="34" charset="0"/>
              </a:rPr>
              <a:t>true (1)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or </a:t>
            </a:r>
            <a:r>
              <a:rPr lang="en-US" sz="1600" i="1" dirty="0">
                <a:solidFill>
                  <a:srgbClr val="FF0000"/>
                </a:solidFill>
                <a:latin typeface="Arial" panose="020B0604020202020204" pitchFamily="34" charset="0"/>
              </a:rPr>
              <a:t>false (0)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319AE9-205E-FD8F-B0F8-1370E2A48CC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119716" y="2636002"/>
            <a:ext cx="18488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58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8D2E6A-A912-84E1-B2D0-C7AD2840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237B70EB-4821-4B1F-1F75-B8279E04E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04017703-73C6-839E-17F5-5B092ED00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In this example, </a:t>
            </a:r>
            <a:r>
              <a:rPr lang="en-US" dirty="0" err="1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 &lt; 5</a:t>
            </a:r>
            <a:r>
              <a:rPr lang="en-US" dirty="0"/>
              <a:t> is called the </a:t>
            </a:r>
            <a:r>
              <a:rPr lang="en-US" i="1" dirty="0"/>
              <a:t>repetition condition</a:t>
            </a:r>
            <a:endParaRPr lang="en-US" i="1" dirty="0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 err="1"/>
              <a:t>i</a:t>
            </a:r>
            <a:r>
              <a:rPr lang="en-US" dirty="0"/>
              <a:t> is the loop counter variable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The printf() statement as well as the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+ 1 statement will keep executing as long as </a:t>
            </a:r>
            <a:r>
              <a:rPr lang="en-US" dirty="0" err="1"/>
              <a:t>i</a:t>
            </a:r>
            <a:r>
              <a:rPr lang="en-US" dirty="0"/>
              <a:t> &lt;= 5.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Clearly, </a:t>
            </a:r>
            <a:r>
              <a:rPr lang="en-US" dirty="0" err="1"/>
              <a:t>i</a:t>
            </a:r>
            <a:r>
              <a:rPr lang="en-US" dirty="0"/>
              <a:t> will soon become 6, and the execution will stop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Whatever statement is after the while loop will get executed</a:t>
            </a: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231A1401-2BA9-B272-932E-1FAB004CA9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086D1-84F6-9084-E1A6-B0EFA371D667}"/>
              </a:ext>
            </a:extLst>
          </p:cNvPr>
          <p:cNvSpPr txBox="1">
            <a:spLocks noChangeArrowheads="1"/>
          </p:cNvSpPr>
          <p:nvPr/>
        </p:nvSpPr>
        <p:spPr>
          <a:xfrm>
            <a:off x="5660572" y="4249916"/>
            <a:ext cx="4325257" cy="22882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1;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while 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5){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("Done\n");</a:t>
            </a:r>
          </a:p>
        </p:txBody>
      </p:sp>
    </p:spTree>
    <p:extLst>
      <p:ext uri="{BB962C8B-B14F-4D97-AF65-F5344CB8AC3E}">
        <p14:creationId xmlns:p14="http://schemas.microsoft.com/office/powerpoint/2010/main" val="176878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FC40854-DA8A-CF1A-2E53-0BFBEF67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F33B60EE-C72A-C4B8-C713-A076E4497BC6}"/>
              </a:ext>
            </a:extLst>
          </p:cNvPr>
          <p:cNvSpPr/>
          <p:nvPr/>
        </p:nvSpPr>
        <p:spPr>
          <a:xfrm>
            <a:off x="2075165" y="2613950"/>
            <a:ext cx="1476828" cy="802802"/>
          </a:xfrm>
          <a:prstGeom prst="roundRect">
            <a:avLst/>
          </a:prstGeom>
          <a:solidFill>
            <a:srgbClr val="E0E3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34130E0-8A04-3014-EF47-C436A3782E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BC9D612-9F11-4AB8-221D-D1474148E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The following code finds the sum of 10 integers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Get familiar with these loop related terms.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E92B41D3-96D1-C597-5C4B-65FD494A51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B8819-B08A-6ACF-D1F0-23D99922A6D7}"/>
              </a:ext>
            </a:extLst>
          </p:cNvPr>
          <p:cNvSpPr txBox="1">
            <a:spLocks noChangeArrowheads="1"/>
          </p:cNvSpPr>
          <p:nvPr/>
        </p:nvSpPr>
        <p:spPr>
          <a:xfrm>
            <a:off x="1422401" y="2312258"/>
            <a:ext cx="4013200" cy="32752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1;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int</a:t>
            </a:r>
            <a:r>
              <a:rPr lang="en-US" sz="2400" dirty="0">
                <a:latin typeface="Courier New"/>
                <a:cs typeface="Courier New"/>
              </a:rPr>
              <a:t> sum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int a;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while 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</a:t>
            </a:r>
            <a:r>
              <a:rPr lang="en-US" sz="2400">
                <a:latin typeface="Courier New"/>
                <a:cs typeface="Courier New"/>
              </a:rPr>
              <a:t>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    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</a:t>
            </a:r>
            <a:r>
              <a:rPr lang="en-US" sz="2400" dirty="0" err="1">
                <a:latin typeface="Courier New"/>
                <a:cs typeface="Courier New"/>
              </a:rPr>
              <a:t>+</a:t>
            </a:r>
            <a:r>
              <a:rPr lang="en-US" sz="2400" dirty="0">
                <a:latin typeface="Courier New"/>
                <a:cs typeface="Courier New"/>
              </a:rPr>
              <a:t>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DED6D55A-6997-13C2-A7A9-74D63A33FF4F}"/>
              </a:ext>
            </a:extLst>
          </p:cNvPr>
          <p:cNvSpPr/>
          <p:nvPr/>
        </p:nvSpPr>
        <p:spPr>
          <a:xfrm>
            <a:off x="2680155" y="3621273"/>
            <a:ext cx="1497692" cy="413903"/>
          </a:xfrm>
          <a:prstGeom prst="roundRect">
            <a:avLst/>
          </a:prstGeom>
          <a:solidFill>
            <a:srgbClr val="C0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C56D498-58A0-3B53-1E9D-CD9D2D03D4C0}"/>
              </a:ext>
            </a:extLst>
          </p:cNvPr>
          <p:cNvSpPr/>
          <p:nvPr/>
        </p:nvSpPr>
        <p:spPr>
          <a:xfrm>
            <a:off x="2078387" y="4047177"/>
            <a:ext cx="3169558" cy="608761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ounded Rectangular Callout 1">
            <a:extLst>
              <a:ext uri="{FF2B5EF4-FFF2-40B4-BE49-F238E27FC236}">
                <a16:creationId xmlns:a16="http://schemas.microsoft.com/office/drawing/2014/main" id="{10712C72-60D3-7BA3-E3FD-172D5FEFAB03}"/>
              </a:ext>
            </a:extLst>
          </p:cNvPr>
          <p:cNvSpPr/>
          <p:nvPr/>
        </p:nvSpPr>
        <p:spPr>
          <a:xfrm>
            <a:off x="4636936" y="2614156"/>
            <a:ext cx="1600200" cy="457200"/>
          </a:xfrm>
          <a:prstGeom prst="wedgeRoundRectCallout">
            <a:avLst>
              <a:gd name="adj1" fmla="val -108559"/>
              <a:gd name="adj2" fmla="val 20247"/>
              <a:gd name="adj3" fmla="val 16667"/>
            </a:avLst>
          </a:prstGeom>
          <a:solidFill>
            <a:srgbClr val="E0E3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Initialization</a:t>
            </a:r>
          </a:p>
        </p:txBody>
      </p:sp>
      <p:sp>
        <p:nvSpPr>
          <p:cNvPr id="13" name="Rounded Rectangular Callout 6">
            <a:extLst>
              <a:ext uri="{FF2B5EF4-FFF2-40B4-BE49-F238E27FC236}">
                <a16:creationId xmlns:a16="http://schemas.microsoft.com/office/drawing/2014/main" id="{CB25AC4D-9B60-9FC3-A305-27BC3DF10119}"/>
              </a:ext>
            </a:extLst>
          </p:cNvPr>
          <p:cNvSpPr/>
          <p:nvPr/>
        </p:nvSpPr>
        <p:spPr>
          <a:xfrm>
            <a:off x="5247696" y="3394693"/>
            <a:ext cx="1730373" cy="457200"/>
          </a:xfrm>
          <a:prstGeom prst="wedgeRoundRectCallout">
            <a:avLst>
              <a:gd name="adj1" fmla="val -108559"/>
              <a:gd name="adj2" fmla="val 20247"/>
              <a:gd name="adj3" fmla="val 16667"/>
            </a:avLst>
          </a:prstGeom>
          <a:solidFill>
            <a:srgbClr val="E3AB84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Loop condition</a:t>
            </a:r>
          </a:p>
        </p:txBody>
      </p:sp>
      <p:sp>
        <p:nvSpPr>
          <p:cNvPr id="14" name="Rounded Rectangular Callout 8">
            <a:extLst>
              <a:ext uri="{FF2B5EF4-FFF2-40B4-BE49-F238E27FC236}">
                <a16:creationId xmlns:a16="http://schemas.microsoft.com/office/drawing/2014/main" id="{98CA3294-0B41-AB0D-C226-AE1416A47A06}"/>
              </a:ext>
            </a:extLst>
          </p:cNvPr>
          <p:cNvSpPr/>
          <p:nvPr/>
        </p:nvSpPr>
        <p:spPr>
          <a:xfrm>
            <a:off x="6083463" y="4198449"/>
            <a:ext cx="2438400" cy="457200"/>
          </a:xfrm>
          <a:prstGeom prst="wedgeRoundRectCallout">
            <a:avLst>
              <a:gd name="adj1" fmla="val -73844"/>
              <a:gd name="adj2" fmla="val -24823"/>
              <a:gd name="adj3" fmla="val 16667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Loop Body</a:t>
            </a:r>
            <a:endParaRPr lang="en-US"/>
          </a:p>
        </p:txBody>
      </p:sp>
      <p:sp>
        <p:nvSpPr>
          <p:cNvPr id="15" name="Rounded Rectangular Callout 10">
            <a:extLst>
              <a:ext uri="{FF2B5EF4-FFF2-40B4-BE49-F238E27FC236}">
                <a16:creationId xmlns:a16="http://schemas.microsoft.com/office/drawing/2014/main" id="{08CF4E29-BE22-6E2B-BA9B-6597C4244557}"/>
              </a:ext>
            </a:extLst>
          </p:cNvPr>
          <p:cNvSpPr/>
          <p:nvPr/>
        </p:nvSpPr>
        <p:spPr>
          <a:xfrm>
            <a:off x="4565781" y="5355964"/>
            <a:ext cx="1369454" cy="457200"/>
          </a:xfrm>
          <a:prstGeom prst="wedgeRoundRectCallout">
            <a:avLst>
              <a:gd name="adj1" fmla="val -76584"/>
              <a:gd name="adj2" fmla="val -13750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Increment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526162A9-DCDD-8616-A423-F4A46B994E95}"/>
              </a:ext>
            </a:extLst>
          </p:cNvPr>
          <p:cNvSpPr/>
          <p:nvPr/>
        </p:nvSpPr>
        <p:spPr>
          <a:xfrm>
            <a:off x="2587879" y="4655649"/>
            <a:ext cx="1928228" cy="377618"/>
          </a:xfrm>
          <a:prstGeom prst="round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2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B6D1D1B-FAEE-38AC-282F-FB22AFD9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7E868F66-2AD9-67D5-888C-1007B4766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7E7771F-0212-496C-74E3-D1FE2D880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Syntax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 dirty="0"/>
              <a:t>for( </a:t>
            </a:r>
            <a:r>
              <a:rPr lang="en-US"/>
              <a:t>initialization expression; condition; increment/decrement)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/>
              <a:t> loop statements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Any loop needs some initialization to do first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And inside the loop body, some modification is to be done to move on to the next iteration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for loop allows you to do both because... why not? You (the programmer) always do these things, might as well write them up beforehand</a:t>
            </a: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3756F041-9083-139F-C1EE-CD4FE603AF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358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D0D9D76-694E-7AF1-D0DF-7B4E49B9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55140805-4FA3-4FA2-4441-032BCD44A0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9D7EE16-D3FA-EA8C-945E-134C90443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The following code again finds the sum of 10 integers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Notice the apparently </a:t>
            </a:r>
            <a:r>
              <a:rPr lang="en-US"/>
              <a:t>odd-looking</a:t>
            </a:r>
            <a:r>
              <a:rPr lang="en-US" dirty="0"/>
              <a:t> semicolon on top of the of loop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Can you </a:t>
            </a:r>
            <a:r>
              <a:rPr lang="en-US"/>
              <a:t>identify the loop related terms here?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59C8EC7F-BD91-6DA7-80DD-C736D86AA0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17B57-792E-6660-964F-3EA1C93EA92A}"/>
              </a:ext>
            </a:extLst>
          </p:cNvPr>
          <p:cNvSpPr txBox="1">
            <a:spLocks noChangeArrowheads="1"/>
          </p:cNvSpPr>
          <p:nvPr/>
        </p:nvSpPr>
        <p:spPr>
          <a:xfrm>
            <a:off x="1342572" y="3037971"/>
            <a:ext cx="6487885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 = 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+ 1){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</a:t>
            </a:r>
            <a:r>
              <a:rPr lang="en-US" sz="2400">
                <a:latin typeface="Courier New"/>
                <a:cs typeface="Courier New"/>
              </a:rPr>
              <a:t>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    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</p:spTree>
    <p:extLst>
      <p:ext uri="{BB962C8B-B14F-4D97-AF65-F5344CB8AC3E}">
        <p14:creationId xmlns:p14="http://schemas.microsoft.com/office/powerpoint/2010/main" val="2985773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0D5A13-06BD-1DD2-6B14-6EB954A7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B3BA2FF6-130C-9CCA-9DEB-9F99E482D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66201F4-5863-C9F0-6E15-5D8FEF99E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The following code again finds the sum of 10 integers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Observe the same loop related terms in different positions.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651EA55C-451E-5BF1-7D64-1053F3305A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F36A2-6E97-717C-E70A-F3658EA32234}"/>
              </a:ext>
            </a:extLst>
          </p:cNvPr>
          <p:cNvSpPr txBox="1">
            <a:spLocks noChangeArrowheads="1"/>
          </p:cNvSpPr>
          <p:nvPr/>
        </p:nvSpPr>
        <p:spPr>
          <a:xfrm>
            <a:off x="1248230" y="3059744"/>
            <a:ext cx="6487885" cy="32752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sum=0,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+ 1){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</a:t>
            </a:r>
            <a:r>
              <a:rPr lang="en-US" sz="2400">
                <a:latin typeface="Courier New"/>
                <a:cs typeface="Courier New"/>
              </a:rPr>
              <a:t>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    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102D3A2D-35B0-3E86-8FD4-A525AF7875AE}"/>
              </a:ext>
            </a:extLst>
          </p:cNvPr>
          <p:cNvSpPr/>
          <p:nvPr/>
        </p:nvSpPr>
        <p:spPr>
          <a:xfrm>
            <a:off x="1942006" y="3245321"/>
            <a:ext cx="1142998" cy="875373"/>
          </a:xfrm>
          <a:prstGeom prst="round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5660A5A2-F2D2-1DB8-DF34-B976F200D8B3}"/>
              </a:ext>
            </a:extLst>
          </p:cNvPr>
          <p:cNvSpPr/>
          <p:nvPr/>
        </p:nvSpPr>
        <p:spPr>
          <a:xfrm>
            <a:off x="3272688" y="3747423"/>
            <a:ext cx="1461406" cy="312304"/>
          </a:xfrm>
          <a:prstGeom prst="roundRect">
            <a:avLst/>
          </a:prstGeom>
          <a:solidFill>
            <a:srgbClr val="C0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8B1D71E-09BF-8F36-F582-25BE78C0B3B4}"/>
              </a:ext>
            </a:extLst>
          </p:cNvPr>
          <p:cNvSpPr/>
          <p:nvPr/>
        </p:nvSpPr>
        <p:spPr>
          <a:xfrm>
            <a:off x="1911473" y="4127005"/>
            <a:ext cx="3169558" cy="608761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ounded Rectangular Callout 1">
            <a:extLst>
              <a:ext uri="{FF2B5EF4-FFF2-40B4-BE49-F238E27FC236}">
                <a16:creationId xmlns:a16="http://schemas.microsoft.com/office/drawing/2014/main" id="{676BFDD1-552F-D165-2AE8-AD729C687987}"/>
              </a:ext>
            </a:extLst>
          </p:cNvPr>
          <p:cNvSpPr/>
          <p:nvPr/>
        </p:nvSpPr>
        <p:spPr>
          <a:xfrm>
            <a:off x="3669695" y="2852068"/>
            <a:ext cx="2325914" cy="442686"/>
          </a:xfrm>
          <a:prstGeom prst="wedgeRoundRectCallout">
            <a:avLst>
              <a:gd name="adj1" fmla="val -108559"/>
              <a:gd name="adj2" fmla="val 20247"/>
              <a:gd name="adj3" fmla="val 16667"/>
            </a:avLst>
          </a:prstGeom>
          <a:solidFill>
            <a:srgbClr val="E0E384">
              <a:alpha val="6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Initialization</a:t>
            </a:r>
          </a:p>
        </p:txBody>
      </p:sp>
      <p:sp>
        <p:nvSpPr>
          <p:cNvPr id="13" name="Rounded Rectangular Callout 6">
            <a:extLst>
              <a:ext uri="{FF2B5EF4-FFF2-40B4-BE49-F238E27FC236}">
                <a16:creationId xmlns:a16="http://schemas.microsoft.com/office/drawing/2014/main" id="{CD60DBCD-6967-04B5-1C8E-D408FE80EDCA}"/>
              </a:ext>
            </a:extLst>
          </p:cNvPr>
          <p:cNvSpPr/>
          <p:nvPr/>
        </p:nvSpPr>
        <p:spPr>
          <a:xfrm>
            <a:off x="5561840" y="3245321"/>
            <a:ext cx="1730373" cy="457200"/>
          </a:xfrm>
          <a:prstGeom prst="wedgeRoundRectCallout">
            <a:avLst>
              <a:gd name="adj1" fmla="val -108559"/>
              <a:gd name="adj2" fmla="val 20247"/>
              <a:gd name="adj3" fmla="val 16667"/>
            </a:avLst>
          </a:prstGeom>
          <a:solidFill>
            <a:srgbClr val="E39F84">
              <a:alpha val="7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Loop condition</a:t>
            </a:r>
          </a:p>
        </p:txBody>
      </p:sp>
      <p:sp>
        <p:nvSpPr>
          <p:cNvPr id="14" name="Rounded Rectangular Callout 8">
            <a:extLst>
              <a:ext uri="{FF2B5EF4-FFF2-40B4-BE49-F238E27FC236}">
                <a16:creationId xmlns:a16="http://schemas.microsoft.com/office/drawing/2014/main" id="{E0A61073-9E05-BA52-FA53-54C241DCF218}"/>
              </a:ext>
            </a:extLst>
          </p:cNvPr>
          <p:cNvSpPr/>
          <p:nvPr/>
        </p:nvSpPr>
        <p:spPr>
          <a:xfrm>
            <a:off x="5169063" y="4699192"/>
            <a:ext cx="2438400" cy="457200"/>
          </a:xfrm>
          <a:prstGeom prst="wedgeRoundRectCallout">
            <a:avLst>
              <a:gd name="adj1" fmla="val -73844"/>
              <a:gd name="adj2" fmla="val -24823"/>
              <a:gd name="adj3" fmla="val 16667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Loop Body</a:t>
            </a:r>
            <a:endParaRPr lang="en-US"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2AEB3B47-4FA0-5343-AF47-AC6D1FCBF502}"/>
              </a:ext>
            </a:extLst>
          </p:cNvPr>
          <p:cNvSpPr/>
          <p:nvPr/>
        </p:nvSpPr>
        <p:spPr>
          <a:xfrm>
            <a:off x="4921778" y="3719733"/>
            <a:ext cx="1710514" cy="413903"/>
          </a:xfrm>
          <a:prstGeom prst="round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ounded Rectangular Callout 6">
            <a:extLst>
              <a:ext uri="{FF2B5EF4-FFF2-40B4-BE49-F238E27FC236}">
                <a16:creationId xmlns:a16="http://schemas.microsoft.com/office/drawing/2014/main" id="{9F763074-0D9B-307C-34B1-2E706F8C3431}"/>
              </a:ext>
            </a:extLst>
          </p:cNvPr>
          <p:cNvSpPr/>
          <p:nvPr/>
        </p:nvSpPr>
        <p:spPr>
          <a:xfrm>
            <a:off x="7446609" y="3714006"/>
            <a:ext cx="1730373" cy="457200"/>
          </a:xfrm>
          <a:prstGeom prst="wedgeRoundRectCallout">
            <a:avLst>
              <a:gd name="adj1" fmla="val -108559"/>
              <a:gd name="adj2" fmla="val 2024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Increment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547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AB21250-6FBA-478A-FD18-35C15407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164BA3B-A671-CB65-2665-3C5A18A94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loop – optional blocks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0FDFAB9-53E0-A8C9-4D00-64F8ED972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Interestingly, the initialization and increment is optional in a for loop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Also, you can multi-initialize and multi-increment, separating by comma (,)</a:t>
            </a:r>
            <a:endParaRPr lang="en-US" dirty="0"/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DE4FDC4-321A-07E8-976A-6D8F9D13FD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18354-FC61-4346-7721-698B54401117}"/>
              </a:ext>
            </a:extLst>
          </p:cNvPr>
          <p:cNvSpPr txBox="1">
            <a:spLocks noChangeArrowheads="1"/>
          </p:cNvSpPr>
          <p:nvPr/>
        </p:nvSpPr>
        <p:spPr>
          <a:xfrm>
            <a:off x="595086" y="3008943"/>
            <a:ext cx="5225143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 = 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</a:t>
            </a:r>
            <a:r>
              <a:rPr lang="en-US" sz="2400">
                <a:latin typeface="Courier New"/>
                <a:cs typeface="Courier New"/>
              </a:rPr>
              <a:t>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   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    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DB11F-0192-5611-72F8-7F87D1D59BF0}"/>
              </a:ext>
            </a:extLst>
          </p:cNvPr>
          <p:cNvSpPr txBox="1">
            <a:spLocks noChangeArrowheads="1"/>
          </p:cNvSpPr>
          <p:nvPr/>
        </p:nvSpPr>
        <p:spPr>
          <a:xfrm>
            <a:off x="4651828" y="3154085"/>
            <a:ext cx="6741885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for(sum = 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+ 1){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</a:t>
            </a:r>
            <a:r>
              <a:rPr lang="en-US" sz="2400">
                <a:latin typeface="Courier New"/>
                <a:cs typeface="Courier New"/>
              </a:rPr>
              <a:t>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    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68AE88-EC27-D154-30BA-D5FE8F7EB46D}"/>
              </a:ext>
            </a:extLst>
          </p:cNvPr>
          <p:cNvCxnSpPr/>
          <p:nvPr/>
        </p:nvCxnSpPr>
        <p:spPr>
          <a:xfrm>
            <a:off x="4508412" y="3170353"/>
            <a:ext cx="48218" cy="318240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42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AB21250-6FBA-478A-FD18-35C15407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164BA3B-A671-CB65-2665-3C5A18A94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loop – optional blocks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0FDFAB9-53E0-A8C9-4D00-64F8ED972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Interestingly, the initialization and increment is optional in a for loop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Also, you can multi-initialize and multi-increment, separating by comma (,)</a:t>
            </a:r>
            <a:endParaRPr lang="en-US" dirty="0"/>
          </a:p>
          <a:p>
            <a:pPr marL="0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DE4FDC4-321A-07E8-976A-6D8F9D13FD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18354-FC61-4346-7721-698B54401117}"/>
              </a:ext>
            </a:extLst>
          </p:cNvPr>
          <p:cNvSpPr txBox="1">
            <a:spLocks noChangeArrowheads="1"/>
          </p:cNvSpPr>
          <p:nvPr/>
        </p:nvSpPr>
        <p:spPr>
          <a:xfrm>
            <a:off x="595086" y="3008943"/>
            <a:ext cx="5225143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 = 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</a:t>
            </a:r>
            <a:r>
              <a:rPr lang="en-US" sz="2400">
                <a:latin typeface="Courier New"/>
                <a:cs typeface="Courier New"/>
              </a:rPr>
              <a:t>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   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    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}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DB11F-0192-5611-72F8-7F87D1D59BF0}"/>
              </a:ext>
            </a:extLst>
          </p:cNvPr>
          <p:cNvSpPr txBox="1">
            <a:spLocks noChangeArrowheads="1"/>
          </p:cNvSpPr>
          <p:nvPr/>
        </p:nvSpPr>
        <p:spPr>
          <a:xfrm>
            <a:off x="4651828" y="3154085"/>
            <a:ext cx="7396815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for(sum = 0,i = 1;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=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 + 1){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sum = sum +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    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68AE88-EC27-D154-30BA-D5FE8F7EB46D}"/>
              </a:ext>
            </a:extLst>
          </p:cNvPr>
          <p:cNvCxnSpPr/>
          <p:nvPr/>
        </p:nvCxnSpPr>
        <p:spPr>
          <a:xfrm>
            <a:off x="4508412" y="3170353"/>
            <a:ext cx="48218" cy="318240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290B5D4C-7AAD-0E53-67F3-E4B6EB5F6BD6}"/>
              </a:ext>
            </a:extLst>
          </p:cNvPr>
          <p:cNvSpPr/>
          <p:nvPr/>
        </p:nvSpPr>
        <p:spPr>
          <a:xfrm>
            <a:off x="1389446" y="3411988"/>
            <a:ext cx="2632891" cy="309317"/>
          </a:xfrm>
          <a:prstGeom prst="round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D05D111-6447-9CAD-80BE-0C69DA2BA4B5}"/>
              </a:ext>
            </a:extLst>
          </p:cNvPr>
          <p:cNvSpPr/>
          <p:nvPr/>
        </p:nvSpPr>
        <p:spPr>
          <a:xfrm>
            <a:off x="5501724" y="3876033"/>
            <a:ext cx="2471055" cy="323831"/>
          </a:xfrm>
          <a:prstGeom prst="round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BC18F2D5-25E8-4A34-C169-E8C5A98E7EA9}"/>
              </a:ext>
            </a:extLst>
          </p:cNvPr>
          <p:cNvSpPr/>
          <p:nvPr/>
        </p:nvSpPr>
        <p:spPr>
          <a:xfrm>
            <a:off x="1735373" y="3705193"/>
            <a:ext cx="1461406" cy="312304"/>
          </a:xfrm>
          <a:prstGeom prst="roundRect">
            <a:avLst/>
          </a:prstGeom>
          <a:solidFill>
            <a:srgbClr val="C0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C8513017-5C12-A170-9561-9166AAAA2B4A}"/>
              </a:ext>
            </a:extLst>
          </p:cNvPr>
          <p:cNvSpPr/>
          <p:nvPr/>
        </p:nvSpPr>
        <p:spPr>
          <a:xfrm>
            <a:off x="8179514" y="3882684"/>
            <a:ext cx="1461406" cy="312304"/>
          </a:xfrm>
          <a:prstGeom prst="roundRect">
            <a:avLst/>
          </a:prstGeom>
          <a:solidFill>
            <a:srgbClr val="C0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EB6A7A8C-F216-EA5A-8B63-56BC87B2710D}"/>
              </a:ext>
            </a:extLst>
          </p:cNvPr>
          <p:cNvSpPr/>
          <p:nvPr/>
        </p:nvSpPr>
        <p:spPr>
          <a:xfrm>
            <a:off x="9873939" y="3837419"/>
            <a:ext cx="1620542" cy="362445"/>
          </a:xfrm>
          <a:prstGeom prst="round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9456F598-9A5B-5957-FBB7-E80341F1DB5E}"/>
              </a:ext>
            </a:extLst>
          </p:cNvPr>
          <p:cNvSpPr/>
          <p:nvPr/>
        </p:nvSpPr>
        <p:spPr>
          <a:xfrm>
            <a:off x="1497142" y="4668117"/>
            <a:ext cx="1865489" cy="413903"/>
          </a:xfrm>
          <a:prstGeom prst="round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4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4FBC030-9D15-A863-F28D-1675FA05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B16425C2-FE7D-FE04-E3A4-EB7E93634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loop but 1 extra job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9CB6361-B7AC-FAC9-A44C-5D6491A20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4621708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The following code keeps finding the sum of input integers until –1 is entered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Logically fine, but it has a shortcoming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8D237BF3-6BE8-0CB1-DA15-DAFCA7311A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D227A-4323-B4B4-9415-C8B35988FE38}"/>
              </a:ext>
            </a:extLst>
          </p:cNvPr>
          <p:cNvSpPr>
            <a:spLocks noGrp="1" noChangeArrowheads="1"/>
          </p:cNvSpPr>
          <p:nvPr/>
        </p:nvSpPr>
        <p:spPr>
          <a:xfrm>
            <a:off x="4748439" y="2267857"/>
            <a:ext cx="7529286" cy="422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int</a:t>
            </a:r>
            <a:r>
              <a:rPr lang="en-US" sz="2400">
                <a:latin typeface="Courier New"/>
                <a:cs typeface="Courier New"/>
              </a:rPr>
              <a:t> a, sum = 0;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("Enter a number: ");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d",&amp;a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sum += a;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while(a != -1)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("Enter a number: ");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d",&amp;a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	   sum += a;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</a:t>
            </a:r>
            <a:r>
              <a:rPr lang="en-US" sz="2400" dirty="0" err="1">
                <a:latin typeface="Courier New"/>
                <a:cs typeface="Courier New"/>
              </a:rPr>
              <a:t>n",sum</a:t>
            </a:r>
            <a:r>
              <a:rPr lang="en-US" sz="2400" dirty="0">
                <a:latin typeface="Courier New"/>
                <a:cs typeface="Courier New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return 0;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452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23E6289-CB64-DF84-D43E-BA998A41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F9F0D3B2-27D5-29C3-BDE5-5527809CB3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loop but 1 extra job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07CA0D95-BE37-83C1-A31A-C3D2876C9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4955536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Notice tha</a:t>
            </a:r>
            <a:r>
              <a:rPr lang="en-US"/>
              <a:t>t these 2 portions of code are identical. Why don't we write it all in the loop?</a:t>
            </a:r>
            <a:endParaRPr lang="en-US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Because a isn</a:t>
            </a:r>
            <a:r>
              <a:rPr lang="en-US"/>
              <a:t>'t even initialized before the while loop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What if this body of code is extremely large? It'd be annoying to write it again only to do the "first" job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155DCC2-2738-3F45-4B7F-B44B692C28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3D09A9-302A-59EB-9518-D7FDA95E889C}"/>
              </a:ext>
            </a:extLst>
          </p:cNvPr>
          <p:cNvSpPr>
            <a:spLocks noGrp="1" noChangeArrowheads="1"/>
          </p:cNvSpPr>
          <p:nvPr/>
        </p:nvSpPr>
        <p:spPr>
          <a:xfrm>
            <a:off x="4850039" y="2173515"/>
            <a:ext cx="7529286" cy="422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int</a:t>
            </a:r>
            <a:r>
              <a:rPr lang="en-US" sz="2400">
                <a:latin typeface="Courier New"/>
                <a:cs typeface="Courier New"/>
              </a:rPr>
              <a:t> a, sum = 0;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("Enter a number: ");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d",&amp;a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sum += a;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while(a != -1)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("Enter a number: ");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d",&amp;a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	   sum += a;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</a:t>
            </a:r>
            <a:r>
              <a:rPr lang="en-US" sz="2400" dirty="0" err="1">
                <a:latin typeface="Courier New"/>
                <a:cs typeface="Courier New"/>
              </a:rPr>
              <a:t>n",sum</a:t>
            </a:r>
            <a:r>
              <a:rPr lang="en-US" sz="2400" dirty="0">
                <a:latin typeface="Courier New"/>
                <a:cs typeface="Courier New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return 0;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31680407-5113-5DD9-AB65-22F829AE59DF}"/>
              </a:ext>
            </a:extLst>
          </p:cNvPr>
          <p:cNvSpPr/>
          <p:nvPr/>
        </p:nvSpPr>
        <p:spPr>
          <a:xfrm>
            <a:off x="6236730" y="4264891"/>
            <a:ext cx="5114472" cy="993389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3D00A20-BFF3-83DA-4DAB-2580A2B9C3CA}"/>
              </a:ext>
            </a:extLst>
          </p:cNvPr>
          <p:cNvSpPr/>
          <p:nvPr/>
        </p:nvSpPr>
        <p:spPr>
          <a:xfrm>
            <a:off x="5525530" y="2791691"/>
            <a:ext cx="5085443" cy="862761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A697030-223F-3BB9-7550-C51348D99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3AC8A4D3-187F-B28B-7780-143DC2EA0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do-while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78350694-2164-63C0-5E9C-C7A94CC134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5547" y="1718059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Syntax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/>
              <a:t>do {</a:t>
            </a:r>
          </a:p>
          <a:p>
            <a:pPr marL="342900" lvl="1" indent="0">
              <a:spcBef>
                <a:spcPts val="0"/>
              </a:spcBef>
              <a:buClr>
                <a:srgbClr val="000000"/>
              </a:buClr>
              <a:buSzPts val="2800"/>
              <a:buNone/>
            </a:pPr>
            <a:r>
              <a:rPr lang="en-US"/>
              <a:t> loop statements</a:t>
            </a:r>
            <a:endParaRPr lang="en-US" dirty="0"/>
          </a:p>
          <a:p>
            <a:pPr marL="342900" lvl="1" indent="0">
              <a:spcBef>
                <a:spcPts val="0"/>
              </a:spcBef>
              <a:buSzPts val="2800"/>
              <a:buNone/>
            </a:pPr>
            <a:r>
              <a:rPr lang="en-US"/>
              <a:t>}</a:t>
            </a:r>
            <a:endParaRPr lang="en-US" dirty="0"/>
          </a:p>
          <a:p>
            <a:pPr marL="342900" lvl="1" indent="0">
              <a:spcBef>
                <a:spcPts val="0"/>
              </a:spcBef>
              <a:buSzPts val="2800"/>
              <a:buNone/>
            </a:pPr>
            <a:r>
              <a:rPr lang="en-US"/>
              <a:t>while ( condition );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Looks and behaves exactly like the while loop, except it does the first job without any checking, no matter what. Condition will be checked AFTER the first iteration.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If </a:t>
            </a:r>
            <a:r>
              <a:rPr lang="en-US" err="1"/>
              <a:t>tha</a:t>
            </a:r>
            <a:r>
              <a:rPr lang="en-US"/>
              <a:t>t condition fails, rest of the program is run, just like while loop/for loop/if block</a:t>
            </a: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A22C7C4E-43D0-84D6-702A-DF37855ABA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827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DD55D5-B35B-4892-0329-E0E8E8E8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C66848D-3057-7351-7A95-DAF34731E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do-while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C478434-D92B-30C7-A1B2-6AEBED633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4955536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Notice that 1st job is not special anymore.</a:t>
            </a:r>
            <a:endParaRPr lang="en-US" dirty="0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Well, technically it is special, but the do-while takes care of it and executes the first job "specially", without checking condition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0479D226-0A98-1FEB-1D9F-1B978D8DD3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2ACC9-D3A5-5FA5-5F78-01C86624FADF}"/>
              </a:ext>
            </a:extLst>
          </p:cNvPr>
          <p:cNvSpPr>
            <a:spLocks noGrp="1" noChangeArrowheads="1"/>
          </p:cNvSpPr>
          <p:nvPr/>
        </p:nvSpPr>
        <p:spPr>
          <a:xfrm>
            <a:off x="4850039" y="2173515"/>
            <a:ext cx="7529286" cy="422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    int</a:t>
            </a:r>
            <a:r>
              <a:rPr lang="en-US" sz="2400">
                <a:latin typeface="Courier New"/>
                <a:cs typeface="Courier New"/>
              </a:rPr>
              <a:t> a, sum = 0;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do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("Enter a number: ");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d",&amp;a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	   sum += a;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>
                <a:latin typeface="Courier New"/>
                <a:cs typeface="Courier New"/>
              </a:rPr>
              <a:t>    while(a != -1);</a:t>
            </a:r>
            <a:endParaRPr lang="en-US" sz="2400" dirty="0">
              <a:latin typeface="Courier New"/>
              <a:cs typeface="Courier New"/>
            </a:endParaRP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</a:t>
            </a:r>
            <a:r>
              <a:rPr lang="en-US" sz="2400" dirty="0" err="1">
                <a:latin typeface="Courier New"/>
                <a:cs typeface="Courier New"/>
              </a:rPr>
              <a:t>n",sum</a:t>
            </a:r>
            <a:r>
              <a:rPr lang="en-US" sz="2400" dirty="0">
                <a:latin typeface="Courier New"/>
                <a:cs typeface="Courier New"/>
              </a:rPr>
              <a:t>);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latin typeface="Courier New"/>
                <a:cs typeface="Courier New"/>
              </a:rPr>
              <a:t>    return 0;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DC4834C-7E61-EB2E-3729-F43AF442BE40}"/>
              </a:ext>
            </a:extLst>
          </p:cNvPr>
          <p:cNvSpPr/>
          <p:nvPr/>
        </p:nvSpPr>
        <p:spPr>
          <a:xfrm>
            <a:off x="6265759" y="3321462"/>
            <a:ext cx="5092700" cy="949846"/>
          </a:xfrm>
          <a:prstGeom prst="roundRect">
            <a:avLst/>
          </a:prstGeom>
          <a:solidFill>
            <a:schemeClr val="bg2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4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DAA09B5-3452-C794-3738-52C93D95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D13D3C47-A2CF-7E00-A37D-B9749A1B27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Infinite loop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8300E84-4901-5B38-84E5-A99771AAE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5090" y="1543888"/>
            <a:ext cx="5840906" cy="4969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It's not a real loop, rather a common term used for indicating an error / a mistake</a:t>
            </a:r>
            <a:endParaRPr lang="en-US" dirty="0">
              <a:cs typeface="Courier New"/>
            </a:endParaRP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How many times will the loop iterate?</a:t>
            </a: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/>
              <a:t>The infinite loop error happens because the condition expression of the loop always return a </a:t>
            </a:r>
            <a:r>
              <a:rPr lang="en-US" i="1"/>
              <a:t>true</a:t>
            </a:r>
            <a:r>
              <a:rPr lang="en-US" dirty="0"/>
              <a:t> 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If an infinite loop occurs, the program would never terminate and the user would have to terminate the program by force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C97B178E-1FE0-116D-A29F-F8D624EA75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E1C5A-BEE1-EBC8-C1AB-8457FFA01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267" y="1854202"/>
            <a:ext cx="5860144" cy="3064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0488" marR="0" lvl="0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b="0" i="0" u="none" strike="noStrike" kern="1200" cap="none">
                <a:solidFill>
                  <a:srgbClr val="404040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82588" marR="0" lvl="1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b="0" i="0" u="none" strike="noStrike" kern="1200" cap="none">
                <a:solidFill>
                  <a:srgbClr val="404040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566738" marR="0" lvl="2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b="0" i="0" u="none" strike="noStrike" kern="1200" cap="none">
                <a:solidFill>
                  <a:srgbClr val="404040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749300" marR="0" lvl="3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b="0" i="0" u="none" strike="noStrike" kern="1200" cap="none">
                <a:solidFill>
                  <a:srgbClr val="404040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931863" marR="0" lvl="4" indent="-182563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b="0" i="0" u="none" strike="noStrike" kern="1200" cap="none">
                <a:solidFill>
                  <a:srgbClr val="404040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100000" marR="0" lvl="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b="0" i="0" u="none" strike="noStrike" kern="1200" cap="none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1300000" marR="0" lvl="6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b="0" i="0" u="none" strike="noStrike" kern="1200" cap="none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1500000" marR="0" lvl="7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b="0" i="0" u="none" strike="noStrike" kern="1200" cap="none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1700000" marR="0" lvl="8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b="0" i="0" u="none" strike="noStrike" kern="1200" cap="none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&lt;stdio.h&gt;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i;</a:t>
            </a:r>
          </a:p>
          <a:p>
            <a:pPr marL="0" indent="-9017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>
                <a:latin typeface="Courier New"/>
                <a:cs typeface="Courier New"/>
              </a:rPr>
              <a:t>    for(i = 0; i != -1; i = i + 1)</a:t>
            </a: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printf("i = %d\n", i);</a:t>
            </a:r>
          </a:p>
          <a:p>
            <a:pPr marL="0" indent="-9017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n-NO" sz="2400" dirty="0">
              <a:latin typeface="Courier New"/>
              <a:cs typeface="Courier New"/>
            </a:endParaRPr>
          </a:p>
          <a:p>
            <a:pPr mar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-9017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nn-NO" sz="240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4532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1552D8E-9BDD-3068-2FFE-0228BDD9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513948BD-EAAF-3899-DBB9-D15E3E547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Task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11E1D1B-7B47-ED70-CD9A-D13F334BA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5547" y="1718059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Write a loop to print 9 8 7 6 5 4 3 2 1 where starting 9 comes from n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Try doing it using both for loop and while loop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Write a loop to print 9 8 7 6 -5 -4 -3 -2 -1 where starting 9 comes from n and 5 comes from k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We will do many more tasks and examples on loop in the next class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Clr>
                <a:srgbClr val="000000"/>
              </a:buClr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39407BC8-087A-A6D8-453C-E6E9AF6979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9344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8922005-3462-276A-5F44-891CF68B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09FE1A6B-5349-C883-EAF2-BBA2B9E733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break and continue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C0077D30-7B11-9903-617F-9098D6D0F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19458D-D2FE-2B01-971D-34633AE3D520}"/>
              </a:ext>
            </a:extLst>
          </p:cNvPr>
          <p:cNvGrpSpPr>
            <a:grpSpLocks/>
          </p:cNvGrpSpPr>
          <p:nvPr/>
        </p:nvGrpSpPr>
        <p:grpSpPr bwMode="auto">
          <a:xfrm>
            <a:off x="1681877" y="2561202"/>
            <a:ext cx="2545209" cy="2797376"/>
            <a:chOff x="9037505" y="2285899"/>
            <a:chExt cx="2544024" cy="2798208"/>
          </a:xfrm>
        </p:grpSpPr>
        <p:sp>
          <p:nvSpPr>
            <p:cNvPr id="16" name="Flowchart: Decision 15">
              <a:extLst>
                <a:ext uri="{FF2B5EF4-FFF2-40B4-BE49-F238E27FC236}">
                  <a16:creationId xmlns:a16="http://schemas.microsoft.com/office/drawing/2014/main" id="{1D1C5B52-04AD-1FAF-FB59-AF02313F0466}"/>
                </a:ext>
              </a:extLst>
            </p:cNvPr>
            <p:cNvSpPr/>
            <p:nvPr/>
          </p:nvSpPr>
          <p:spPr bwMode="auto">
            <a:xfrm>
              <a:off x="9390212" y="2794050"/>
              <a:ext cx="1562959" cy="674888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eaLnBrk="1" hangingPunct="1">
                <a:defRPr/>
              </a:pPr>
              <a:endParaRPr lang="en-SG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BA0AE82-AEC5-6AC9-7C53-C0728BCA0625}"/>
                </a:ext>
              </a:extLst>
            </p:cNvPr>
            <p:cNvCxnSpPr>
              <a:cxnSpLocks noChangeShapeType="1"/>
              <a:endCxn id="16" idx="0"/>
            </p:cNvCxnSpPr>
            <p:nvPr/>
          </p:nvCxnSpPr>
          <p:spPr bwMode="auto">
            <a:xfrm rot="5400000">
              <a:off x="9917075" y="2540380"/>
              <a:ext cx="508966" cy="3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870791E1-D62E-1AEB-4F22-F2D6ED79E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7654" y="2922108"/>
              <a:ext cx="98641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cond?</a:t>
              </a:r>
              <a:endParaRPr lang="en-SG" altLang="en-US" sz="1600" b="1" i="1">
                <a:latin typeface="Times New Roman" panose="02020603050405020304" pitchFamily="18" charset="0"/>
              </a:endParaRPr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C587A025-8547-7A7A-9A69-491404E5EBBA}"/>
                </a:ext>
              </a:extLst>
            </p:cNvPr>
            <p:cNvSpPr/>
            <p:nvPr/>
          </p:nvSpPr>
          <p:spPr bwMode="auto">
            <a:xfrm>
              <a:off x="9440502" y="4024727"/>
              <a:ext cx="1509798" cy="1059380"/>
            </a:xfrm>
            <a:prstGeom prst="flowChartProcess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defRPr/>
              </a:pPr>
              <a:r>
                <a:rPr lang="en-SG" sz="1600" b="1" dirty="0"/>
                <a:t>Statement 1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2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3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4</a:t>
              </a:r>
            </a:p>
          </p:txBody>
        </p: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E3E94FC4-5906-60DD-3C99-F08A331F0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1439" y="3538085"/>
              <a:ext cx="7754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true</a:t>
              </a:r>
              <a:endParaRPr lang="en-SG" altLang="en-US" sz="16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11EF1565-3948-41A6-EAE0-1B0B39CBA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6694" y="2797965"/>
              <a:ext cx="6948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false</a:t>
              </a:r>
              <a:endParaRPr lang="en-SG" altLang="en-US" sz="12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1EBB95B-A524-A6FF-0BED-2CAA8D1A49E7}"/>
                </a:ext>
              </a:extLst>
            </p:cNvPr>
            <p:cNvCxnSpPr>
              <a:cxnSpLocks noChangeShapeType="1"/>
              <a:stCxn id="16" idx="2"/>
            </p:cNvCxnSpPr>
            <p:nvPr/>
          </p:nvCxnSpPr>
          <p:spPr bwMode="auto">
            <a:xfrm>
              <a:off x="10171729" y="3468386"/>
              <a:ext cx="9134" cy="55655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Elbow Connector 4">
              <a:extLst>
                <a:ext uri="{FF2B5EF4-FFF2-40B4-BE49-F238E27FC236}">
                  <a16:creationId xmlns:a16="http://schemas.microsoft.com/office/drawing/2014/main" id="{FC803A5D-E66D-C68F-E384-575E5D178A2B}"/>
                </a:ext>
              </a:extLst>
            </p:cNvPr>
            <p:cNvCxnSpPr>
              <a:cxnSpLocks noChangeShapeType="1"/>
              <a:endCxn id="16" idx="1"/>
            </p:cNvCxnSpPr>
            <p:nvPr/>
          </p:nvCxnSpPr>
          <p:spPr bwMode="auto">
            <a:xfrm rot="5400000" flipH="1" flipV="1">
              <a:off x="8237552" y="3931447"/>
              <a:ext cx="1952613" cy="352708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Elbow Connector 6">
              <a:extLst>
                <a:ext uri="{FF2B5EF4-FFF2-40B4-BE49-F238E27FC236}">
                  <a16:creationId xmlns:a16="http://schemas.microsoft.com/office/drawing/2014/main" id="{C13021C7-D912-6B0B-C9B7-DF1A02D4DD7F}"/>
                </a:ext>
              </a:extLst>
            </p:cNvPr>
            <p:cNvCxnSpPr>
              <a:cxnSpLocks noChangeShapeType="1"/>
              <a:stCxn id="16" idx="3"/>
            </p:cNvCxnSpPr>
            <p:nvPr/>
          </p:nvCxnSpPr>
          <p:spPr bwMode="auto">
            <a:xfrm>
              <a:off x="10953245" y="3131453"/>
              <a:ext cx="582221" cy="1348461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A293D5-6F3E-173D-C730-80761AA948D8}"/>
              </a:ext>
            </a:extLst>
          </p:cNvPr>
          <p:cNvGrpSpPr>
            <a:grpSpLocks/>
          </p:cNvGrpSpPr>
          <p:nvPr/>
        </p:nvGrpSpPr>
        <p:grpSpPr bwMode="auto">
          <a:xfrm>
            <a:off x="4795149" y="2414328"/>
            <a:ext cx="2566446" cy="2797376"/>
            <a:chOff x="9016278" y="2285899"/>
            <a:chExt cx="2565251" cy="2798208"/>
          </a:xfrm>
        </p:grpSpPr>
        <p:sp>
          <p:nvSpPr>
            <p:cNvPr id="33" name="Flowchart: Decision 32">
              <a:extLst>
                <a:ext uri="{FF2B5EF4-FFF2-40B4-BE49-F238E27FC236}">
                  <a16:creationId xmlns:a16="http://schemas.microsoft.com/office/drawing/2014/main" id="{5015BFFD-60C3-63AE-3D5E-DDE4CD2467E7}"/>
                </a:ext>
              </a:extLst>
            </p:cNvPr>
            <p:cNvSpPr/>
            <p:nvPr/>
          </p:nvSpPr>
          <p:spPr bwMode="auto">
            <a:xfrm>
              <a:off x="9390212" y="2794050"/>
              <a:ext cx="1562959" cy="674888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eaLnBrk="1" hangingPunct="1">
                <a:defRPr/>
              </a:pPr>
              <a:endParaRPr lang="en-SG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FE2F3D9-666C-21A1-E6E1-347CC1A35A6C}"/>
                </a:ext>
              </a:extLst>
            </p:cNvPr>
            <p:cNvCxnSpPr>
              <a:cxnSpLocks noChangeShapeType="1"/>
              <a:endCxn id="33" idx="0"/>
            </p:cNvCxnSpPr>
            <p:nvPr/>
          </p:nvCxnSpPr>
          <p:spPr bwMode="auto">
            <a:xfrm rot="5400000">
              <a:off x="9917075" y="2540380"/>
              <a:ext cx="508966" cy="3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CD74C250-5786-CFF1-1081-7D3D00DF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7654" y="2922108"/>
              <a:ext cx="98641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cond?</a:t>
              </a:r>
              <a:endParaRPr lang="en-SG" altLang="en-US" sz="1600" b="1" i="1">
                <a:latin typeface="Times New Roman" panose="02020603050405020304" pitchFamily="18" charset="0"/>
              </a:endParaRPr>
            </a:p>
          </p:txBody>
        </p: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DC88C9B4-D446-3F9C-69F3-E5CE5794E218}"/>
                </a:ext>
              </a:extLst>
            </p:cNvPr>
            <p:cNvSpPr/>
            <p:nvPr/>
          </p:nvSpPr>
          <p:spPr bwMode="auto">
            <a:xfrm>
              <a:off x="9440502" y="4024727"/>
              <a:ext cx="1509798" cy="1059380"/>
            </a:xfrm>
            <a:prstGeom prst="flowChartProcess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defRPr/>
              </a:pPr>
              <a:r>
                <a:rPr lang="en-SG" sz="1600" b="1" dirty="0"/>
                <a:t>Statement 1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2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continue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4</a:t>
              </a:r>
            </a:p>
          </p:txBody>
        </p:sp>
        <p:sp>
          <p:nvSpPr>
            <p:cNvPr id="37" name="TextBox 24">
              <a:extLst>
                <a:ext uri="{FF2B5EF4-FFF2-40B4-BE49-F238E27FC236}">
                  <a16:creationId xmlns:a16="http://schemas.microsoft.com/office/drawing/2014/main" id="{EB5EBE75-A12E-A4D0-64E1-DAC95359F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1439" y="3538085"/>
              <a:ext cx="7754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true</a:t>
              </a:r>
              <a:endParaRPr lang="en-SG" altLang="en-US" sz="16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TextBox 25">
              <a:extLst>
                <a:ext uri="{FF2B5EF4-FFF2-40B4-BE49-F238E27FC236}">
                  <a16:creationId xmlns:a16="http://schemas.microsoft.com/office/drawing/2014/main" id="{9C97CD54-96C5-9235-39A9-DEFD3EE89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6694" y="2797965"/>
              <a:ext cx="6948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false</a:t>
              </a:r>
              <a:endParaRPr lang="en-SG" altLang="en-US" sz="12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7073F6-339B-FEFF-C60C-5DEDB0089096}"/>
                </a:ext>
              </a:extLst>
            </p:cNvPr>
            <p:cNvCxnSpPr>
              <a:cxnSpLocks noChangeShapeType="1"/>
              <a:stCxn id="33" idx="2"/>
            </p:cNvCxnSpPr>
            <p:nvPr/>
          </p:nvCxnSpPr>
          <p:spPr bwMode="auto">
            <a:xfrm>
              <a:off x="10171729" y="3468386"/>
              <a:ext cx="9134" cy="55655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Elbow Connector 4">
              <a:extLst>
                <a:ext uri="{FF2B5EF4-FFF2-40B4-BE49-F238E27FC236}">
                  <a16:creationId xmlns:a16="http://schemas.microsoft.com/office/drawing/2014/main" id="{87C454E0-DE88-CA76-202E-D749DC88466F}"/>
                </a:ext>
              </a:extLst>
            </p:cNvPr>
            <p:cNvCxnSpPr>
              <a:cxnSpLocks noChangeShapeType="1"/>
              <a:endCxn id="33" idx="1"/>
            </p:cNvCxnSpPr>
            <p:nvPr/>
          </p:nvCxnSpPr>
          <p:spPr bwMode="auto">
            <a:xfrm rot="5400000" flipH="1" flipV="1">
              <a:off x="8261789" y="3885984"/>
              <a:ext cx="1882913" cy="373935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Elbow Connector 6">
              <a:extLst>
                <a:ext uri="{FF2B5EF4-FFF2-40B4-BE49-F238E27FC236}">
                  <a16:creationId xmlns:a16="http://schemas.microsoft.com/office/drawing/2014/main" id="{9EBA0771-672D-2F5B-2A34-4AB5439CF252}"/>
                </a:ext>
              </a:extLst>
            </p:cNvPr>
            <p:cNvCxnSpPr>
              <a:cxnSpLocks noChangeShapeType="1"/>
              <a:stCxn id="33" idx="3"/>
            </p:cNvCxnSpPr>
            <p:nvPr/>
          </p:nvCxnSpPr>
          <p:spPr bwMode="auto">
            <a:xfrm>
              <a:off x="10953245" y="3131453"/>
              <a:ext cx="582221" cy="1348461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468351-8BCC-5B84-6579-92548EB32CCD}"/>
              </a:ext>
            </a:extLst>
          </p:cNvPr>
          <p:cNvGrpSpPr>
            <a:grpSpLocks/>
          </p:cNvGrpSpPr>
          <p:nvPr/>
        </p:nvGrpSpPr>
        <p:grpSpPr bwMode="auto">
          <a:xfrm>
            <a:off x="8342638" y="2344649"/>
            <a:ext cx="2543345" cy="2797376"/>
            <a:chOff x="9039367" y="2285899"/>
            <a:chExt cx="2542162" cy="2798208"/>
          </a:xfrm>
        </p:grpSpPr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9B6413A9-21DC-2E12-C300-6C4124BCC99E}"/>
                </a:ext>
              </a:extLst>
            </p:cNvPr>
            <p:cNvSpPr/>
            <p:nvPr/>
          </p:nvSpPr>
          <p:spPr bwMode="auto">
            <a:xfrm>
              <a:off x="9390212" y="2794050"/>
              <a:ext cx="1562959" cy="674888"/>
            </a:xfrm>
            <a:prstGeom prst="flowChartDecis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eaLnBrk="1" hangingPunct="1">
                <a:defRPr/>
              </a:pPr>
              <a:endParaRPr lang="en-SG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CD2DF6C-02B5-3A73-7F3C-D04BED78B3F4}"/>
                </a:ext>
              </a:extLst>
            </p:cNvPr>
            <p:cNvCxnSpPr>
              <a:cxnSpLocks noChangeShapeType="1"/>
              <a:endCxn id="45" idx="0"/>
            </p:cNvCxnSpPr>
            <p:nvPr/>
          </p:nvCxnSpPr>
          <p:spPr bwMode="auto">
            <a:xfrm rot="5400000">
              <a:off x="9917075" y="2540380"/>
              <a:ext cx="508966" cy="3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7C00871B-9EFB-691F-9836-1E596B001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7654" y="2922108"/>
              <a:ext cx="98641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cond?</a:t>
              </a:r>
              <a:endParaRPr lang="en-SG" altLang="en-US" sz="1600" b="1" i="1">
                <a:latin typeface="Times New Roman" panose="02020603050405020304" pitchFamily="18" charset="0"/>
              </a:endParaRPr>
            </a:p>
          </p:txBody>
        </p:sp>
        <p:sp>
          <p:nvSpPr>
            <p:cNvPr id="48" name="Flowchart: Process 47">
              <a:extLst>
                <a:ext uri="{FF2B5EF4-FFF2-40B4-BE49-F238E27FC236}">
                  <a16:creationId xmlns:a16="http://schemas.microsoft.com/office/drawing/2014/main" id="{DD35A16E-34D0-6B64-1D79-AC95A4DDDC21}"/>
                </a:ext>
              </a:extLst>
            </p:cNvPr>
            <p:cNvSpPr/>
            <p:nvPr/>
          </p:nvSpPr>
          <p:spPr bwMode="auto">
            <a:xfrm>
              <a:off x="9440502" y="4024727"/>
              <a:ext cx="1509798" cy="1059380"/>
            </a:xfrm>
            <a:prstGeom prst="flowChartProcess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defRPr/>
              </a:pPr>
              <a:r>
                <a:rPr lang="en-SG" sz="1600" b="1" dirty="0"/>
                <a:t>Statement 1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2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break</a:t>
              </a:r>
            </a:p>
            <a:p>
              <a:pPr algn="ctr" eaLnBrk="1" hangingPunct="1">
                <a:defRPr/>
              </a:pPr>
              <a:r>
                <a:rPr lang="en-SG" sz="1600" b="1" dirty="0"/>
                <a:t>Statement 4</a:t>
              </a:r>
            </a:p>
          </p:txBody>
        </p:sp>
        <p:sp>
          <p:nvSpPr>
            <p:cNvPr id="49" name="TextBox 24">
              <a:extLst>
                <a:ext uri="{FF2B5EF4-FFF2-40B4-BE49-F238E27FC236}">
                  <a16:creationId xmlns:a16="http://schemas.microsoft.com/office/drawing/2014/main" id="{9CC21E63-5352-B7FD-8669-CFB67E764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1439" y="3538085"/>
              <a:ext cx="7754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true</a:t>
              </a:r>
              <a:endParaRPr lang="en-SG" altLang="en-US" sz="16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TextBox 25">
              <a:extLst>
                <a:ext uri="{FF2B5EF4-FFF2-40B4-BE49-F238E27FC236}">
                  <a16:creationId xmlns:a16="http://schemas.microsoft.com/office/drawing/2014/main" id="{F0A24E99-E66A-16C0-3B5C-6783A8C13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6694" y="2797965"/>
              <a:ext cx="6948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>
                <a:lnSpc>
                  <a:spcPct val="100000"/>
                </a:lnSpc>
                <a:spcBef>
                  <a:spcPts val="550"/>
                </a:spcBef>
                <a:spcAft>
                  <a:spcPts val="0"/>
                </a:spcAft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 b="0" i="0" u="none" strike="noStrike" cap="none">
                  <a:solidFill>
                    <a:schemeClr val="tx1"/>
                  </a:solidFill>
                  <a:latin typeface="Tw Cen MT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i="1">
                  <a:solidFill>
                    <a:srgbClr val="006600"/>
                  </a:solidFill>
                  <a:latin typeface="Times New Roman" panose="02020603050405020304" pitchFamily="18" charset="0"/>
                </a:rPr>
                <a:t>false</a:t>
              </a:r>
              <a:endParaRPr lang="en-SG" altLang="en-US" sz="1200" b="1" i="1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77E2D79-5C45-E7A4-6F29-53F64E5BE599}"/>
                </a:ext>
              </a:extLst>
            </p:cNvPr>
            <p:cNvCxnSpPr>
              <a:cxnSpLocks noChangeShapeType="1"/>
              <a:stCxn id="45" idx="2"/>
            </p:cNvCxnSpPr>
            <p:nvPr/>
          </p:nvCxnSpPr>
          <p:spPr bwMode="auto">
            <a:xfrm>
              <a:off x="10171729" y="3468386"/>
              <a:ext cx="9134" cy="55655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Elbow Connector 4">
              <a:extLst>
                <a:ext uri="{FF2B5EF4-FFF2-40B4-BE49-F238E27FC236}">
                  <a16:creationId xmlns:a16="http://schemas.microsoft.com/office/drawing/2014/main" id="{C80978A6-4C85-6B93-A546-A312C22AE0C7}"/>
                </a:ext>
              </a:extLst>
            </p:cNvPr>
            <p:cNvCxnSpPr>
              <a:cxnSpLocks noChangeShapeType="1"/>
              <a:endCxn id="45" idx="1"/>
            </p:cNvCxnSpPr>
            <p:nvPr/>
          </p:nvCxnSpPr>
          <p:spPr bwMode="auto">
            <a:xfrm rot="5400000" flipH="1" flipV="1">
              <a:off x="8258179" y="3912684"/>
              <a:ext cx="1913222" cy="350845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Elbow Connector 6">
              <a:extLst>
                <a:ext uri="{FF2B5EF4-FFF2-40B4-BE49-F238E27FC236}">
                  <a16:creationId xmlns:a16="http://schemas.microsoft.com/office/drawing/2014/main" id="{CA9508AC-0D1C-E7CD-B22E-036399547C36}"/>
                </a:ext>
              </a:extLst>
            </p:cNvPr>
            <p:cNvCxnSpPr>
              <a:cxnSpLocks noChangeShapeType="1"/>
              <a:stCxn id="45" idx="3"/>
            </p:cNvCxnSpPr>
            <p:nvPr/>
          </p:nvCxnSpPr>
          <p:spPr bwMode="auto">
            <a:xfrm>
              <a:off x="10953172" y="3131494"/>
              <a:ext cx="396833" cy="1901594"/>
            </a:xfrm>
            <a:prstGeom prst="bentConnector2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097D45-AFE6-960B-DA37-4EA77A592DDE}"/>
              </a:ext>
            </a:extLst>
          </p:cNvPr>
          <p:cNvCxnSpPr/>
          <p:nvPr/>
        </p:nvCxnSpPr>
        <p:spPr>
          <a:xfrm>
            <a:off x="1681876" y="5358578"/>
            <a:ext cx="4031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25A00C-C980-C4D3-286B-8ACDC297505B}"/>
              </a:ext>
            </a:extLst>
          </p:cNvPr>
          <p:cNvCxnSpPr/>
          <p:nvPr/>
        </p:nvCxnSpPr>
        <p:spPr>
          <a:xfrm>
            <a:off x="4795149" y="5142025"/>
            <a:ext cx="4244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25432A-FCB9-804B-34B3-5B0826396BD9}"/>
              </a:ext>
            </a:extLst>
          </p:cNvPr>
          <p:cNvCxnSpPr/>
          <p:nvPr/>
        </p:nvCxnSpPr>
        <p:spPr>
          <a:xfrm>
            <a:off x="4795149" y="4754565"/>
            <a:ext cx="4244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74D3CB-FB22-E106-4031-C81064C4313C}"/>
              </a:ext>
            </a:extLst>
          </p:cNvPr>
          <p:cNvCxnSpPr/>
          <p:nvPr/>
        </p:nvCxnSpPr>
        <p:spPr>
          <a:xfrm>
            <a:off x="8342638" y="5091022"/>
            <a:ext cx="4013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F2B60A-63DC-21A1-FC93-DB0771AE1381}"/>
              </a:ext>
            </a:extLst>
          </p:cNvPr>
          <p:cNvCxnSpPr/>
          <p:nvPr/>
        </p:nvCxnSpPr>
        <p:spPr>
          <a:xfrm>
            <a:off x="10254461" y="4754565"/>
            <a:ext cx="3998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23A0CDA-943E-073D-7303-6DED77CBE1DB}"/>
              </a:ext>
            </a:extLst>
          </p:cNvPr>
          <p:cNvSpPr txBox="1"/>
          <p:nvPr/>
        </p:nvSpPr>
        <p:spPr>
          <a:xfrm>
            <a:off x="2034748" y="1836301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loop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F9301-5D2A-0C13-5777-416873910D2C}"/>
              </a:ext>
            </a:extLst>
          </p:cNvPr>
          <p:cNvSpPr txBox="1"/>
          <p:nvPr/>
        </p:nvSpPr>
        <p:spPr>
          <a:xfrm>
            <a:off x="4779010" y="1858703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loop with continue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71922-2A43-15A7-80B7-832503AA53CF}"/>
              </a:ext>
            </a:extLst>
          </p:cNvPr>
          <p:cNvSpPr txBox="1"/>
          <p:nvPr/>
        </p:nvSpPr>
        <p:spPr>
          <a:xfrm>
            <a:off x="8610600" y="1836301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loop with break </a:t>
            </a:r>
          </a:p>
        </p:txBody>
      </p:sp>
    </p:spTree>
    <p:extLst>
      <p:ext uri="{BB962C8B-B14F-4D97-AF65-F5344CB8AC3E}">
        <p14:creationId xmlns:p14="http://schemas.microsoft.com/office/powerpoint/2010/main" val="1484102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548E68E-A529-500A-B421-21D5B07F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9F36FB96-9DBE-8BF7-F33C-F87D9AF985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break and continue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AC2A792-F439-12FB-E79D-875D8123AE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break and continue are 2 special keywords that only exists inside a loop body and act as a special statement.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continue skips remaining statements for </a:t>
            </a:r>
            <a:r>
              <a:rPr lang="en-US" dirty="0">
                <a:highlight>
                  <a:srgbClr val="FFFF00"/>
                </a:highlight>
              </a:rPr>
              <a:t>this/current</a:t>
            </a:r>
            <a:r>
              <a:rPr lang="en-US" dirty="0"/>
              <a:t> iteration and takes us to the next iteration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break skips remaining statements for </a:t>
            </a:r>
            <a:r>
              <a:rPr lang="en-US" dirty="0">
                <a:highlight>
                  <a:srgbClr val="FFFF00"/>
                </a:highlight>
              </a:rPr>
              <a:t>this/current</a:t>
            </a:r>
            <a:r>
              <a:rPr lang="en-US" dirty="0"/>
              <a:t> iteration as well as all the </a:t>
            </a:r>
            <a:r>
              <a:rPr lang="en-US" dirty="0">
                <a:highlight>
                  <a:srgbClr val="FFFF00"/>
                </a:highlight>
              </a:rPr>
              <a:t>future iterations</a:t>
            </a:r>
            <a:r>
              <a:rPr lang="en-US" dirty="0"/>
              <a:t>, so takes us to out of loop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Can you think of scenarios how they can be helpful?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E1219F01-4BA4-C162-5A9A-4CA734C954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9132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387179C-C382-7A1A-527D-4AD20B89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4A96974-52D1-8596-FE01-F84FA6FEE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Use of continue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F738DAA3-CCCB-023E-103B-F983377E5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What if in the sum finding code, we were asked to only add the positive integers?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Two identical solutions, demonstrates use of continue;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01BA1682-A05B-9AFD-2A16-0A64789D79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A95B07-1C7A-CA26-71AE-81F8EDFD791F}"/>
              </a:ext>
            </a:extLst>
          </p:cNvPr>
          <p:cNvSpPr txBox="1">
            <a:spLocks noChangeArrowheads="1"/>
          </p:cNvSpPr>
          <p:nvPr/>
        </p:nvSpPr>
        <p:spPr>
          <a:xfrm>
            <a:off x="629432" y="3030025"/>
            <a:ext cx="5461117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 = 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++){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if(a &gt; 0)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		sum = sum + a;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}  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D6D7B-4161-CC87-1B11-511E7CC9CDF8}"/>
              </a:ext>
            </a:extLst>
          </p:cNvPr>
          <p:cNvSpPr txBox="1">
            <a:spLocks noChangeArrowheads="1"/>
          </p:cNvSpPr>
          <p:nvPr/>
        </p:nvSpPr>
        <p:spPr>
          <a:xfrm>
            <a:off x="5971341" y="3009911"/>
            <a:ext cx="5461117" cy="27236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int sum = 0,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1,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for(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= 1;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&lt;= 10; </a:t>
            </a: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++){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</a:t>
            </a:r>
            <a:r>
              <a:rPr lang="en-US" sz="2400" dirty="0" err="1">
                <a:latin typeface="Courier New"/>
                <a:cs typeface="Courier New"/>
              </a:rPr>
              <a:t>scanf</a:t>
            </a:r>
            <a:r>
              <a:rPr lang="en-US" sz="2400" dirty="0">
                <a:latin typeface="Courier New"/>
                <a:cs typeface="Courier New"/>
              </a:rPr>
              <a:t>("%d", &amp;a);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if(a &lt;= 0)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    continue;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Courier New"/>
                <a:cs typeface="Courier New"/>
              </a:rPr>
              <a:t>    sum = sum + a;  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printf</a:t>
            </a:r>
            <a:r>
              <a:rPr lang="en-US" sz="2400" dirty="0">
                <a:latin typeface="Courier New"/>
                <a:cs typeface="Courier New"/>
              </a:rPr>
              <a:t>("%d\n", sum);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A886435-1DEA-A0D8-4D21-6388FFE75AD0}"/>
                  </a:ext>
                </a:extLst>
              </p14:cNvPr>
              <p14:cNvContentPartPr/>
              <p14:nvPr/>
            </p14:nvContentPartPr>
            <p14:xfrm>
              <a:off x="1464770" y="4237428"/>
              <a:ext cx="1523160" cy="30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A886435-1DEA-A0D8-4D21-6388FFE75A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1130" y="4129788"/>
                <a:ext cx="1630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A07AF7-4312-7724-AF10-1B40461D4DAF}"/>
                  </a:ext>
                </a:extLst>
              </p14:cNvPr>
              <p14:cNvContentPartPr/>
              <p14:nvPr/>
            </p14:nvContentPartPr>
            <p14:xfrm>
              <a:off x="6843170" y="4217268"/>
              <a:ext cx="1710360" cy="11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A07AF7-4312-7724-AF10-1B40461D4D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9170" y="4109268"/>
                <a:ext cx="1818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D1C122-60AD-E5D9-23FC-735140125A4C}"/>
                  </a:ext>
                </a:extLst>
              </p14:cNvPr>
              <p14:cNvContentPartPr/>
              <p14:nvPr/>
            </p14:nvContentPartPr>
            <p14:xfrm>
              <a:off x="7580450" y="4856988"/>
              <a:ext cx="1591920" cy="66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D1C122-60AD-E5D9-23FC-735140125A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6810" y="4748988"/>
                <a:ext cx="1699560" cy="28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8570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8306FC9-ECB7-0197-AA45-BB20F199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94FA92B0-0C15-2131-9889-6389ED318E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Use of break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7EF6403-DE0A-2D99-ACAA-BDA6C2482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Can you describe how to determine whether an integer is a prime number? How do you do it in daily life?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Keep trying to divide n by other smaller numbers.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r>
              <a:rPr lang="en-US" dirty="0"/>
              <a:t>Decision “No” can be reached at any moment, but decision “Yes” can be reached only after iterating the loop completely.</a:t>
            </a:r>
          </a:p>
          <a:p>
            <a:pPr marL="228600" indent="-228600">
              <a:spcBef>
                <a:spcPts val="0"/>
              </a:spcBef>
              <a:buClr>
                <a:srgbClr val="000000"/>
              </a:buClr>
              <a:buSzPts val="2800"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6422ADF0-A4F9-8D76-065E-E80870ED91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AA57A-9905-2277-49FE-8D3C0BB5ABD8}"/>
              </a:ext>
            </a:extLst>
          </p:cNvPr>
          <p:cNvSpPr txBox="1">
            <a:spLocks noChangeArrowheads="1"/>
          </p:cNvSpPr>
          <p:nvPr/>
        </p:nvSpPr>
        <p:spPr>
          <a:xfrm>
            <a:off x="870155" y="3720618"/>
            <a:ext cx="9112045" cy="29161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/>
                <a:cs typeface="Courier New"/>
              </a:rPr>
              <a:t>int </a:t>
            </a:r>
            <a:r>
              <a:rPr lang="en-US" sz="2000" dirty="0" err="1">
                <a:latin typeface="Courier New"/>
                <a:cs typeface="Courier New"/>
              </a:rPr>
              <a:t>isPrime</a:t>
            </a:r>
            <a:r>
              <a:rPr lang="en-US" sz="2000" dirty="0">
                <a:latin typeface="Courier New"/>
                <a:cs typeface="Courier New"/>
              </a:rPr>
              <a:t> = 1, </a:t>
            </a:r>
            <a:r>
              <a:rPr lang="en-US" sz="2000" dirty="0" err="1">
                <a:latin typeface="Courier New"/>
                <a:cs typeface="Courier New"/>
              </a:rPr>
              <a:t>i</a:t>
            </a:r>
            <a:r>
              <a:rPr lang="en-US" sz="2000" dirty="0">
                <a:latin typeface="Courier New"/>
                <a:cs typeface="Courier New"/>
              </a:rPr>
              <a:t>,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latin typeface="Courier New"/>
                <a:cs typeface="Courier New"/>
              </a:rPr>
              <a:t>scanf</a:t>
            </a:r>
            <a:r>
              <a:rPr lang="en-US" sz="2000" dirty="0">
                <a:latin typeface="Courier New"/>
                <a:cs typeface="Courier New"/>
              </a:rPr>
              <a:t>(“%d”, &amp;n);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/>
                <a:cs typeface="Courier New"/>
              </a:rPr>
              <a:t>for(</a:t>
            </a:r>
            <a:r>
              <a:rPr lang="en-US" sz="2000" dirty="0" err="1">
                <a:latin typeface="Courier New"/>
                <a:cs typeface="Courier New"/>
              </a:rPr>
              <a:t>i</a:t>
            </a:r>
            <a:r>
              <a:rPr lang="en-US" sz="2000" dirty="0">
                <a:latin typeface="Courier New"/>
                <a:cs typeface="Courier New"/>
              </a:rPr>
              <a:t> = 2; </a:t>
            </a:r>
            <a:r>
              <a:rPr lang="en-US" sz="2000" dirty="0" err="1">
                <a:latin typeface="Courier New"/>
                <a:cs typeface="Courier New"/>
              </a:rPr>
              <a:t>i</a:t>
            </a:r>
            <a:r>
              <a:rPr lang="en-US" sz="2000" dirty="0">
                <a:latin typeface="Courier New"/>
                <a:cs typeface="Courier New"/>
              </a:rPr>
              <a:t> &lt; n; </a:t>
            </a:r>
            <a:r>
              <a:rPr lang="en-US" sz="2000" dirty="0" err="1">
                <a:latin typeface="Courier New"/>
                <a:cs typeface="Courier New"/>
              </a:rPr>
              <a:t>i</a:t>
            </a:r>
            <a:r>
              <a:rPr lang="en-US" sz="2000" dirty="0">
                <a:latin typeface="Courier New"/>
                <a:cs typeface="Courier New"/>
              </a:rPr>
              <a:t>++){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latin typeface="Courier New"/>
                <a:cs typeface="Courier New"/>
              </a:rPr>
              <a:t>    if(n % </a:t>
            </a:r>
            <a:r>
              <a:rPr lang="en-US" sz="2000" dirty="0" err="1">
                <a:latin typeface="Courier New"/>
                <a:cs typeface="Courier New"/>
              </a:rPr>
              <a:t>i</a:t>
            </a:r>
            <a:r>
              <a:rPr lang="en-US" sz="2000" dirty="0">
                <a:latin typeface="Courier New"/>
                <a:cs typeface="Courier New"/>
              </a:rPr>
              <a:t> == 0){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latin typeface="Courier New"/>
                <a:cs typeface="Courier New"/>
              </a:rPr>
              <a:t>        </a:t>
            </a:r>
            <a:r>
              <a:rPr lang="en-US" sz="2000" dirty="0" err="1">
                <a:latin typeface="Courier New"/>
                <a:cs typeface="Courier New"/>
              </a:rPr>
              <a:t>isPrime</a:t>
            </a:r>
            <a:r>
              <a:rPr lang="en-US" sz="2000" dirty="0">
                <a:latin typeface="Courier New"/>
                <a:cs typeface="Courier New"/>
              </a:rPr>
              <a:t> = 0;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latin typeface="Courier New"/>
                <a:cs typeface="Courier New"/>
              </a:rPr>
              <a:t>        break;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latin typeface="Courier New"/>
                <a:cs typeface="Courier New"/>
              </a:rPr>
              <a:t>    }  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/>
                <a:cs typeface="Courier New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/>
                <a:cs typeface="Courier New"/>
              </a:rPr>
              <a:t>if(</a:t>
            </a:r>
            <a:r>
              <a:rPr lang="en-US" sz="2000" dirty="0" err="1">
                <a:latin typeface="Courier New"/>
                <a:cs typeface="Courier New"/>
              </a:rPr>
              <a:t>isPrime</a:t>
            </a:r>
            <a:r>
              <a:rPr lang="en-US" sz="2000" dirty="0">
                <a:latin typeface="Courier New"/>
                <a:cs typeface="Courier New"/>
              </a:rPr>
              <a:t>) </a:t>
            </a:r>
            <a:r>
              <a:rPr lang="en-US" sz="2000" dirty="0" err="1">
                <a:latin typeface="Courier New"/>
                <a:cs typeface="Courier New"/>
              </a:rPr>
              <a:t>printf</a:t>
            </a:r>
            <a:r>
              <a:rPr lang="en-US" sz="2000" dirty="0">
                <a:latin typeface="Courier New"/>
                <a:cs typeface="Courier New"/>
              </a:rPr>
              <a:t>(“%d is prime”, 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/>
                <a:cs typeface="Courier New"/>
              </a:rPr>
              <a:t>else </a:t>
            </a:r>
            <a:r>
              <a:rPr lang="en-US" sz="2000" dirty="0" err="1">
                <a:latin typeface="Courier New"/>
                <a:cs typeface="Courier New"/>
              </a:rPr>
              <a:t>printf</a:t>
            </a:r>
            <a:r>
              <a:rPr lang="en-US" sz="2000" dirty="0">
                <a:latin typeface="Courier New"/>
                <a:cs typeface="Courier New"/>
              </a:rPr>
              <a:t>(“%d is not prime”, n);</a:t>
            </a:r>
          </a:p>
        </p:txBody>
      </p:sp>
    </p:spTree>
    <p:extLst>
      <p:ext uri="{BB962C8B-B14F-4D97-AF65-F5344CB8AC3E}">
        <p14:creationId xmlns:p14="http://schemas.microsoft.com/office/powerpoint/2010/main" val="323490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2251</Words>
  <Application>Microsoft Office PowerPoint</Application>
  <PresentationFormat>Widescreen</PresentationFormat>
  <Paragraphs>351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Cambria</vt:lpstr>
      <vt:lpstr>Courier New</vt:lpstr>
      <vt:lpstr>Times New Roman</vt:lpstr>
      <vt:lpstr>Office Theme</vt:lpstr>
      <vt:lpstr>CSE115 Programming Language I</vt:lpstr>
      <vt:lpstr>Recap</vt:lpstr>
      <vt:lpstr>An Example Problem</vt:lpstr>
      <vt:lpstr>An Example Problem</vt:lpstr>
      <vt:lpstr>Repetition Structure (Loop)</vt:lpstr>
      <vt:lpstr>Repetition Structure (Loop)</vt:lpstr>
      <vt:lpstr>Repetition Structure (Loop)</vt:lpstr>
      <vt:lpstr>while loop</vt:lpstr>
      <vt:lpstr>while loop</vt:lpstr>
      <vt:lpstr>while loop</vt:lpstr>
      <vt:lpstr>for loop</vt:lpstr>
      <vt:lpstr>for loop</vt:lpstr>
      <vt:lpstr>for loop</vt:lpstr>
      <vt:lpstr>for loop – optional blocks</vt:lpstr>
      <vt:lpstr>for loop – optional blocks</vt:lpstr>
      <vt:lpstr>while loop but 1 extra job</vt:lpstr>
      <vt:lpstr>while loop but 1 extra job</vt:lpstr>
      <vt:lpstr>do-while loop</vt:lpstr>
      <vt:lpstr>do-while loop</vt:lpstr>
      <vt:lpstr>Infinite loop</vt:lpstr>
      <vt:lpstr>Task</vt:lpstr>
      <vt:lpstr>break and continue</vt:lpstr>
      <vt:lpstr>break and continue</vt:lpstr>
      <vt:lpstr>Use of continue</vt:lpstr>
      <vt:lpstr>Use of 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Mohaiminul Islam</dc:creator>
  <cp:lastModifiedBy>Md Mohaiminul Islam</cp:lastModifiedBy>
  <cp:revision>2440</cp:revision>
  <dcterms:created xsi:type="dcterms:W3CDTF">2026-06-03T23:57:42Z</dcterms:created>
  <dcterms:modified xsi:type="dcterms:W3CDTF">2026-10-18T03:48:10Z</dcterms:modified>
</cp:coreProperties>
</file>